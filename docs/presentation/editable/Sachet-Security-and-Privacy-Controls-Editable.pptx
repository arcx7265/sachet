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0008ea9a69449f" /><Relationship Type="http://schemas.openxmlformats.org/officeDocument/2006/relationships/extended-properties" Target="/docProps/app.xml" Id="Rfec276811dc7433c" /><Relationship Type="http://schemas.openxmlformats.org/officeDocument/2006/relationships/officeDocument" Target="/ppt/presentation.xml" Id="Rf514419a750445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ce27e7963ce47d4"/>
  </p:sldMasterIdLst>
  <p:notesMasterIdLst>
    <p:notesMasterId xmlns:r="http://schemas.openxmlformats.org/officeDocument/2006/relationships" r:id="Rbd23bfd006ce48c7"/>
  </p:notesMasterIdLst>
  <p:sldIdLst>
    <p:sldId xmlns:r="http://schemas.openxmlformats.org/officeDocument/2006/relationships" id="256" r:id="Rb56798d1b31844c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10ac6bdda943b4" /><Relationship Type="http://schemas.openxmlformats.org/officeDocument/2006/relationships/slideMaster" Target="/ppt/slideMasters/slideMaster1.xml" Id="R3ce27e7963ce47d4" /><Relationship Type="http://schemas.openxmlformats.org/officeDocument/2006/relationships/notesMaster" Target="/ppt/notesMasters/notesMaster1.xml" Id="Rbd23bfd006ce48c7" /><Relationship Type="http://schemas.openxmlformats.org/officeDocument/2006/relationships/presProps" Target="/ppt/presProps.xml" Id="R6b24decdfd6340e5" /><Relationship Type="http://schemas.openxmlformats.org/officeDocument/2006/relationships/tableStyles" Target="/ppt/tableStyles.xml" Id="R85d27ecfd69c45c4" /><Relationship Type="http://schemas.openxmlformats.org/officeDocument/2006/relationships/slide" Target="/ppt/slides/slide1.xml" Id="Rb56798d1b31844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0388c57ee148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b0bd11d71e41ca" /><Relationship Type="http://schemas.openxmlformats.org/officeDocument/2006/relationships/notesMaster" Target="/ppt/notesMasters/notesMaster1.xml" Id="Ref173c95a2e243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Recreated from the user supplied Security &amp; Privacy Controls slide reference. Diagram components, labels, arrows and outlines are native editable objects.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f967914a74b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e118371ba44db0" /><Relationship Type="http://schemas.openxmlformats.org/officeDocument/2006/relationships/slideLayout" Target="/ppt/slideLayouts/slideLayout1.xml" Id="R1641b3051dc242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41b3051dc242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318c08b63453d" /><Relationship Type="http://schemas.openxmlformats.org/officeDocument/2006/relationships/notesSlide" Target="/ppt/notesSlides/notesSlide1.xml" Id="R6a82d3640a9e48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Submission and consent panel">
            <a:extLst xmlns:a="http://schemas.openxmlformats.org/drawingml/2006/main">
              <a:ext uri="{FF2B5EF4-FFF2-40B4-BE49-F238E27FC236}">
                <a16:creationId xmlns:a16="http://schemas.microsoft.com/office/drawing/2014/main" id="{CA7A79B5-1C9A-44FE-8365-A0419BA7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285875"/>
            <a:ext cx="3924300" cy="1514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794E4"/>
            </a:solidFill>
            <a:prstDash val="solid"/>
          </a:ln>
        </p:spPr>
      </p:sp>
      <p:sp>
        <p:nvSpPr>
          <p:cNvPr id="2" name="Submission sequence">
            <a:extLst xmlns:a="http://schemas.openxmlformats.org/drawingml/2006/main">
              <a:ext uri="{FF2B5EF4-FFF2-40B4-BE49-F238E27FC236}">
                <a16:creationId xmlns:a16="http://schemas.microsoft.com/office/drawing/2014/main" id="{8A9C4A50-5AC7-41FC-910B-20A73534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62125"/>
            <a:ext cx="3619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612DA"/>
            </a:solidFill>
            <a:prstDash val="solid"/>
          </a:ln>
        </p:spPr>
      </p:sp>
      <p:sp>
        <p:nvSpPr>
          <p:cNvPr id="3" name="Access control panel">
            <a:extLst xmlns:a="http://schemas.openxmlformats.org/drawingml/2006/main">
              <a:ext uri="{FF2B5EF4-FFF2-40B4-BE49-F238E27FC236}">
                <a16:creationId xmlns:a16="http://schemas.microsoft.com/office/drawing/2014/main" id="{EDC1AAE6-E0F9-4DC7-AA29-64F0D915C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981325"/>
            <a:ext cx="5324475" cy="2990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794E4"/>
            </a:solidFill>
            <a:prstDash val="solid"/>
          </a:ln>
        </p:spPr>
      </p:sp>
      <p:sp>
        <p:nvSpPr>
          <p:cNvPr id="4" name="Sachet backend boundary">
            <a:extLst xmlns:a="http://schemas.openxmlformats.org/drawingml/2006/main">
              <a:ext uri="{FF2B5EF4-FFF2-40B4-BE49-F238E27FC236}">
                <a16:creationId xmlns:a16="http://schemas.microsoft.com/office/drawing/2014/main" id="{A7F38163-BC36-4E08-895A-7FEC275E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267075"/>
            <a:ext cx="3876675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794E4"/>
            </a:solidFill>
            <a:prstDash val="dash"/>
          </a:ln>
        </p:spPr>
      </p:sp>
      <p:sp>
        <p:nvSpPr>
          <p:cNvPr id="5" name="Cloud boundary panel">
            <a:extLst xmlns:a="http://schemas.openxmlformats.org/drawingml/2006/main">
              <a:ext uri="{FF2B5EF4-FFF2-40B4-BE49-F238E27FC236}">
                <a16:creationId xmlns:a16="http://schemas.microsoft.com/office/drawing/2014/main" id="{04E12A2B-E030-4694-96BD-EE32FE84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981325"/>
            <a:ext cx="51435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794E4"/>
            </a:solidFill>
            <a:prstDash val="solid"/>
          </a:ln>
        </p:spPr>
      </p:sp>
      <p:sp>
        <p:nvSpPr>
          <p:cNvPr id="6" name="Backend lifecycle panel">
            <a:extLst xmlns:a="http://schemas.openxmlformats.org/drawingml/2006/main">
              <a:ext uri="{FF2B5EF4-FFF2-40B4-BE49-F238E27FC236}">
                <a16:creationId xmlns:a16="http://schemas.microsoft.com/office/drawing/2014/main" id="{D27F4F81-7A98-467E-87B9-13060521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419850"/>
            <a:ext cx="15325725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794E4"/>
            </a:solidFill>
            <a:prstDash val="solid"/>
          </a:ln>
        </p:spPr>
      </p:sp>
      <p:sp>
        <p:nvSpPr>
          <p:cNvPr id="7" name="Reviewed evidence connector">
            <a:extLst xmlns:a="http://schemas.openxmlformats.org/drawingml/2006/main">
              <a:ext uri="{FF2B5EF4-FFF2-40B4-BE49-F238E27FC236}">
                <a16:creationId xmlns:a16="http://schemas.microsoft.com/office/drawing/2014/main" id="{F21CB143-D195-4094-B2D8-2EA3C2EF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9525" cy="990600"/>
          </a:xfrm>
          <a:custGeom xmlns:a="http://schemas.openxmlformats.org/drawingml/2006/main">
            <a:pathLst>
              <a:path w="9525" h="990600">
                <a:moveTo>
                  <a:pt x="0" y="0"/>
                </a:moveTo>
                <a:lnTo>
                  <a:pt x="0" y="99060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8" name="Reviewed evidence connector arrowhead">
            <a:extLst xmlns:a="http://schemas.openxmlformats.org/drawingml/2006/main">
              <a:ext uri="{FF2B5EF4-FFF2-40B4-BE49-F238E27FC236}">
                <a16:creationId xmlns:a16="http://schemas.microsoft.com/office/drawing/2014/main" id="{A0EDE525-E0A2-4297-8DFA-82977F67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57600"/>
            <a:ext cx="152400" cy="133350"/>
          </a:xfrm>
          <a:custGeom xmlns:a="http://schemas.openxmlformats.org/drawingml/2006/main">
            <a:pathLst>
              <a:path w="152400" h="133350">
                <a:moveTo>
                  <a:pt x="0" y="0"/>
                </a:moveTo>
                <a:lnTo>
                  <a:pt x="76200" y="133350"/>
                </a:lnTo>
                <a:lnTo>
                  <a:pt x="152400" y="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9" name="User access route">
            <a:extLst xmlns:a="http://schemas.openxmlformats.org/drawingml/2006/main">
              <a:ext uri="{FF2B5EF4-FFF2-40B4-BE49-F238E27FC236}">
                <a16:creationId xmlns:a16="http://schemas.microsoft.com/office/drawing/2014/main" id="{65E8002F-F8A5-4285-B1AF-172B8C05B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010025"/>
            <a:ext cx="781050" cy="447675"/>
          </a:xfrm>
          <a:custGeom xmlns:a="http://schemas.openxmlformats.org/drawingml/2006/main">
            <a:pathLst>
              <a:path w="781050" h="447675">
                <a:moveTo>
                  <a:pt x="0" y="0"/>
                </a:moveTo>
                <a:lnTo>
                  <a:pt x="438150" y="0"/>
                </a:lnTo>
                <a:lnTo>
                  <a:pt x="438150" y="447675"/>
                </a:lnTo>
                <a:lnTo>
                  <a:pt x="781050" y="4476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10" name="User access route arrowhead">
            <a:extLst xmlns:a="http://schemas.openxmlformats.org/drawingml/2006/main">
              <a:ext uri="{FF2B5EF4-FFF2-40B4-BE49-F238E27FC236}">
                <a16:creationId xmlns:a16="http://schemas.microsoft.com/office/drawing/2014/main" id="{C790BDD0-3130-4DAE-9990-7B3DBA75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3815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11" name="Analyst access route">
            <a:extLst xmlns:a="http://schemas.openxmlformats.org/drawingml/2006/main">
              <a:ext uri="{FF2B5EF4-FFF2-40B4-BE49-F238E27FC236}">
                <a16:creationId xmlns:a16="http://schemas.microsoft.com/office/drawing/2014/main" id="{C939A58F-B71B-4628-A7C4-9A214A77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610100"/>
            <a:ext cx="390525" cy="9525"/>
          </a:xfrm>
          <a:custGeom xmlns:a="http://schemas.openxmlformats.org/drawingml/2006/main">
            <a:pathLst>
              <a:path w="390525" h="9525">
                <a:moveTo>
                  <a:pt x="0" y="0"/>
                </a:moveTo>
                <a:lnTo>
                  <a:pt x="3905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12" name="Analyst access route arrowhead">
            <a:extLst xmlns:a="http://schemas.openxmlformats.org/drawingml/2006/main">
              <a:ext uri="{FF2B5EF4-FFF2-40B4-BE49-F238E27FC236}">
                <a16:creationId xmlns:a16="http://schemas.microsoft.com/office/drawing/2014/main" id="{F7ED60FE-8226-4C94-8D95-05DE8CA4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5339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13" name="Administrator access route">
            <a:extLst xmlns:a="http://schemas.openxmlformats.org/drawingml/2006/main">
              <a:ext uri="{FF2B5EF4-FFF2-40B4-BE49-F238E27FC236}">
                <a16:creationId xmlns:a16="http://schemas.microsoft.com/office/drawing/2014/main" id="{2F8F9733-9027-4B09-92B8-49D0EB699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752975"/>
            <a:ext cx="504825" cy="504825"/>
          </a:xfrm>
          <a:custGeom xmlns:a="http://schemas.openxmlformats.org/drawingml/2006/main">
            <a:pathLst>
              <a:path w="504825" h="504825">
                <a:moveTo>
                  <a:pt x="0" y="504825"/>
                </a:moveTo>
                <a:lnTo>
                  <a:pt x="161925" y="504825"/>
                </a:lnTo>
                <a:lnTo>
                  <a:pt x="161925" y="0"/>
                </a:lnTo>
                <a:lnTo>
                  <a:pt x="504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14" name="Administrator access route arrowhead">
            <a:extLst xmlns:a="http://schemas.openxmlformats.org/drawingml/2006/main">
              <a:ext uri="{FF2B5EF4-FFF2-40B4-BE49-F238E27FC236}">
                <a16:creationId xmlns:a16="http://schemas.microsoft.com/office/drawing/2014/main" id="{EE014C92-79FB-4F79-885B-2FFFBEAB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67677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15" name="Authorized operations connector">
            <a:extLst xmlns:a="http://schemas.openxmlformats.org/drawingml/2006/main">
              <a:ext uri="{FF2B5EF4-FFF2-40B4-BE49-F238E27FC236}">
                <a16:creationId xmlns:a16="http://schemas.microsoft.com/office/drawing/2014/main" id="{C3FF9FA2-F09F-4AE4-9C64-E17DC14D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43400"/>
            <a:ext cx="1790700" cy="209550"/>
          </a:xfrm>
          <a:custGeom xmlns:a="http://schemas.openxmlformats.org/drawingml/2006/main">
            <a:pathLst>
              <a:path w="1790700" h="209550">
                <a:moveTo>
                  <a:pt x="0" y="209550"/>
                </a:moveTo>
                <a:lnTo>
                  <a:pt x="1152525" y="209550"/>
                </a:lnTo>
                <a:lnTo>
                  <a:pt x="1152525" y="0"/>
                </a:lnTo>
                <a:lnTo>
                  <a:pt x="1790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16" name="Authorized operations connector arrowhead">
            <a:extLst xmlns:a="http://schemas.openxmlformats.org/drawingml/2006/main">
              <a:ext uri="{FF2B5EF4-FFF2-40B4-BE49-F238E27FC236}">
                <a16:creationId xmlns:a16="http://schemas.microsoft.com/office/drawing/2014/main" id="{3CB24E53-A790-4954-8909-29E7BA03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672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17" name="Case service to outbound gate">
            <a:extLst xmlns:a="http://schemas.openxmlformats.org/drawingml/2006/main">
              <a:ext uri="{FF2B5EF4-FFF2-40B4-BE49-F238E27FC236}">
                <a16:creationId xmlns:a16="http://schemas.microsoft.com/office/drawing/2014/main" id="{9C153C27-7A9E-4FB5-9C8D-DD3F0A97B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010025"/>
            <a:ext cx="1352550" cy="9525"/>
          </a:xfrm>
          <a:custGeom xmlns:a="http://schemas.openxmlformats.org/drawingml/2006/main">
            <a:pathLst>
              <a:path w="1352550" h="9525">
                <a:moveTo>
                  <a:pt x="0" y="0"/>
                </a:moveTo>
                <a:lnTo>
                  <a:pt x="13525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18" name="Case service to outbound gate arrowhead">
            <a:extLst xmlns:a="http://schemas.openxmlformats.org/drawingml/2006/main">
              <a:ext uri="{FF2B5EF4-FFF2-40B4-BE49-F238E27FC236}">
                <a16:creationId xmlns:a16="http://schemas.microsoft.com/office/drawing/2014/main" id="{04A0E5C1-5067-4D2B-B17C-5061C31C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39338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19" name="Validated provider output">
            <a:extLst xmlns:a="http://schemas.openxmlformats.org/drawingml/2006/main">
              <a:ext uri="{FF2B5EF4-FFF2-40B4-BE49-F238E27FC236}">
                <a16:creationId xmlns:a16="http://schemas.microsoft.com/office/drawing/2014/main" id="{6C60E9E6-7CEB-46AD-8E72-9DE58A69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57700"/>
            <a:ext cx="1343025" cy="295275"/>
          </a:xfrm>
          <a:custGeom xmlns:a="http://schemas.openxmlformats.org/drawingml/2006/main">
            <a:pathLst>
              <a:path w="1343025" h="295275">
                <a:moveTo>
                  <a:pt x="1343025" y="295275"/>
                </a:moveTo>
                <a:lnTo>
                  <a:pt x="876300" y="295275"/>
                </a:lnTo>
                <a:lnTo>
                  <a:pt x="876300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20" name="Validated provider output arrowhead">
            <a:extLst xmlns:a="http://schemas.openxmlformats.org/drawingml/2006/main">
              <a:ext uri="{FF2B5EF4-FFF2-40B4-BE49-F238E27FC236}">
                <a16:creationId xmlns:a16="http://schemas.microsoft.com/office/drawing/2014/main" id="{03D7799E-E475-4AAB-9F18-D8C0D6E9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3815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133350" y="0"/>
                </a:moveTo>
                <a:lnTo>
                  <a:pt x="0" y="76200"/>
                </a:lnTo>
                <a:lnTo>
                  <a:pt x="13335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21" name="Read write down">
            <a:extLst xmlns:a="http://schemas.openxmlformats.org/drawingml/2006/main">
              <a:ext uri="{FF2B5EF4-FFF2-40B4-BE49-F238E27FC236}">
                <a16:creationId xmlns:a16="http://schemas.microsoft.com/office/drawing/2014/main" id="{B6FBE52D-26D8-4ABE-8159-412828CF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10100"/>
            <a:ext cx="9525" cy="466725"/>
          </a:xfrm>
          <a:custGeom xmlns:a="http://schemas.openxmlformats.org/drawingml/2006/main">
            <a:pathLst>
              <a:path w="9525" h="466725">
                <a:moveTo>
                  <a:pt x="0" y="0"/>
                </a:moveTo>
                <a:lnTo>
                  <a:pt x="0" y="46672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22" name="Read write down arrowhead">
            <a:extLst xmlns:a="http://schemas.openxmlformats.org/drawingml/2006/main">
              <a:ext uri="{FF2B5EF4-FFF2-40B4-BE49-F238E27FC236}">
                <a16:creationId xmlns:a16="http://schemas.microsoft.com/office/drawing/2014/main" id="{1452F79A-1D58-4A00-AF65-A1C2E5A5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943475"/>
            <a:ext cx="152400" cy="133350"/>
          </a:xfrm>
          <a:custGeom xmlns:a="http://schemas.openxmlformats.org/drawingml/2006/main">
            <a:pathLst>
              <a:path w="152400" h="133350">
                <a:moveTo>
                  <a:pt x="0" y="0"/>
                </a:moveTo>
                <a:lnTo>
                  <a:pt x="76200" y="133350"/>
                </a:lnTo>
                <a:lnTo>
                  <a:pt x="152400" y="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23" name="Read write up">
            <a:extLst xmlns:a="http://schemas.openxmlformats.org/drawingml/2006/main">
              <a:ext uri="{FF2B5EF4-FFF2-40B4-BE49-F238E27FC236}">
                <a16:creationId xmlns:a16="http://schemas.microsoft.com/office/drawing/2014/main" id="{C907E74B-F298-433D-A3F8-04828549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10100"/>
            <a:ext cx="152400" cy="133350"/>
          </a:xfrm>
          <a:custGeom xmlns:a="http://schemas.openxmlformats.org/drawingml/2006/main">
            <a:pathLst>
              <a:path w="152400" h="133350">
                <a:moveTo>
                  <a:pt x="0" y="133350"/>
                </a:moveTo>
                <a:lnTo>
                  <a:pt x="76200" y="0"/>
                </a:lnTo>
                <a:lnTo>
                  <a:pt x="152400" y="13335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24" name="Case lifecycle leader">
            <a:extLst xmlns:a="http://schemas.openxmlformats.org/drawingml/2006/main">
              <a:ext uri="{FF2B5EF4-FFF2-40B4-BE49-F238E27FC236}">
                <a16:creationId xmlns:a16="http://schemas.microsoft.com/office/drawing/2014/main" id="{7E34768D-3A38-4F12-87C4-8CFAE31F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857875"/>
            <a:ext cx="9525" cy="561975"/>
          </a:xfrm>
          <a:custGeom xmlns:a="http://schemas.openxmlformats.org/drawingml/2006/main">
            <a:pathLst>
              <a:path w="9525" h="561975">
                <a:moveTo>
                  <a:pt x="0" y="0"/>
                </a:moveTo>
                <a:lnTo>
                  <a:pt x="0" y="561975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25" name="Cloud request connector">
            <a:extLst xmlns:a="http://schemas.openxmlformats.org/drawingml/2006/main">
              <a:ext uri="{FF2B5EF4-FFF2-40B4-BE49-F238E27FC236}">
                <a16:creationId xmlns:a16="http://schemas.microsoft.com/office/drawing/2014/main" id="{7D66337E-A84C-46C7-BA87-0C3D8948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1625" y="4000500"/>
            <a:ext cx="1362075" cy="9525"/>
          </a:xfrm>
          <a:custGeom xmlns:a="http://schemas.openxmlformats.org/drawingml/2006/main">
            <a:pathLst>
              <a:path w="1362075" h="9525">
                <a:moveTo>
                  <a:pt x="0" y="0"/>
                </a:moveTo>
                <a:lnTo>
                  <a:pt x="1362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FF5500"/>
            </a:solidFill>
            <a:prstDash val="dash"/>
          </a:ln>
        </p:spPr>
      </p:sp>
      <p:sp>
        <p:nvSpPr>
          <p:cNvPr id="26" name="Cloud request connector arrowhead">
            <a:extLst xmlns:a="http://schemas.openxmlformats.org/drawingml/2006/main">
              <a:ext uri="{FF2B5EF4-FFF2-40B4-BE49-F238E27FC236}">
                <a16:creationId xmlns:a16="http://schemas.microsoft.com/office/drawing/2014/main" id="{361D02C2-23F2-4F2D-A1C5-CBD4C014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0350" y="392430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27" name="Cloud response connector">
            <a:extLst xmlns:a="http://schemas.openxmlformats.org/drawingml/2006/main">
              <a:ext uri="{FF2B5EF4-FFF2-40B4-BE49-F238E27FC236}">
                <a16:creationId xmlns:a16="http://schemas.microsoft.com/office/drawing/2014/main" id="{C2434100-8CDB-461A-8598-DB5E36A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4733925"/>
            <a:ext cx="1352550" cy="9525"/>
          </a:xfrm>
          <a:custGeom xmlns:a="http://schemas.openxmlformats.org/drawingml/2006/main">
            <a:pathLst>
              <a:path w="1352550" h="9525">
                <a:moveTo>
                  <a:pt x="135255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FF5500"/>
            </a:solidFill>
            <a:prstDash val="dash"/>
          </a:ln>
        </p:spPr>
      </p:sp>
      <p:sp>
        <p:nvSpPr>
          <p:cNvPr id="28" name="Cloud response connector arrowhead">
            <a:extLst xmlns:a="http://schemas.openxmlformats.org/drawingml/2006/main">
              <a:ext uri="{FF2B5EF4-FFF2-40B4-BE49-F238E27FC236}">
                <a16:creationId xmlns:a16="http://schemas.microsoft.com/office/drawing/2014/main" id="{C5283742-114F-436F-AC86-8699DEA5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0675" y="46577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133350" y="0"/>
                </a:moveTo>
                <a:lnTo>
                  <a:pt x="0" y="76200"/>
                </a:lnTo>
                <a:lnTo>
                  <a:pt x="133350" y="152400"/>
                </a:lnTo>
                <a:close/>
              </a:path>
            </a:pathLst>
          </a:custGeom>
          <a:solidFill xmlns:a="http://schemas.openxmlformats.org/drawingml/2006/main">
            <a:srgbClr val="FF5500"/>
          </a:solidFill>
          <a:ln xmlns:a="http://schemas.openxmlformats.org/drawingml/2006/main" w="2858">
            <a:solidFill>
              <a:srgbClr val="FF5500"/>
            </a:solidFill>
            <a:prstDash val="solid"/>
          </a:ln>
        </p:spPr>
      </p:sp>
      <p:sp>
        <p:nvSpPr>
          <p:cNvPr id="29" name="Correction to evidence revision">
            <a:extLst xmlns:a="http://schemas.openxmlformats.org/drawingml/2006/main">
              <a:ext uri="{FF2B5EF4-FFF2-40B4-BE49-F238E27FC236}">
                <a16:creationId xmlns:a16="http://schemas.microsoft.com/office/drawing/2014/main" id="{88FFB18C-A359-4DAA-A6AB-68A179D7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7458075"/>
            <a:ext cx="733425" cy="9525"/>
          </a:xfrm>
          <a:custGeom xmlns:a="http://schemas.openxmlformats.org/drawingml/2006/main">
            <a:pathLst>
              <a:path w="733425" h="9525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30" name="Correction to evidence revision arrowhead">
            <a:extLst xmlns:a="http://schemas.openxmlformats.org/drawingml/2006/main">
              <a:ext uri="{FF2B5EF4-FFF2-40B4-BE49-F238E27FC236}">
                <a16:creationId xmlns:a16="http://schemas.microsoft.com/office/drawing/2014/main" id="{99929918-D571-41A7-B3CD-B74719C6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738187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31" name="Evidence revision to reassessment">
            <a:extLst xmlns:a="http://schemas.openxmlformats.org/drawingml/2006/main">
              <a:ext uri="{FF2B5EF4-FFF2-40B4-BE49-F238E27FC236}">
                <a16:creationId xmlns:a16="http://schemas.microsoft.com/office/drawing/2014/main" id="{729973B5-2583-4340-B90E-005B2500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7448550"/>
            <a:ext cx="685800" cy="9525"/>
          </a:xfrm>
          <a:custGeom xmlns:a="http://schemas.openxmlformats.org/drawingml/2006/main">
            <a:pathLst>
              <a:path w="685800" h="952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32" name="Evidence revision to reassessment arrowhead">
            <a:extLst xmlns:a="http://schemas.openxmlformats.org/drawingml/2006/main">
              <a:ext uri="{FF2B5EF4-FFF2-40B4-BE49-F238E27FC236}">
                <a16:creationId xmlns:a16="http://schemas.microsoft.com/office/drawing/2014/main" id="{61420D58-0958-450E-BC46-73FC124D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3723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33" name="Reassessment to assessment revision">
            <a:extLst xmlns:a="http://schemas.openxmlformats.org/drawingml/2006/main">
              <a:ext uri="{FF2B5EF4-FFF2-40B4-BE49-F238E27FC236}">
                <a16:creationId xmlns:a16="http://schemas.microsoft.com/office/drawing/2014/main" id="{5E4A9D93-4C98-400E-B392-B0044CC8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7448550"/>
            <a:ext cx="838200" cy="9525"/>
          </a:xfrm>
          <a:custGeom xmlns:a="http://schemas.openxmlformats.org/drawingml/2006/main">
            <a:pathLst>
              <a:path w="838200" h="9525">
                <a:moveTo>
                  <a:pt x="0" y="0"/>
                </a:moveTo>
                <a:lnTo>
                  <a:pt x="838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34" name="Reassessment to assessment revision arrowhead">
            <a:extLst xmlns:a="http://schemas.openxmlformats.org/drawingml/2006/main">
              <a:ext uri="{FF2B5EF4-FFF2-40B4-BE49-F238E27FC236}">
                <a16:creationId xmlns:a16="http://schemas.microsoft.com/office/drawing/2014/main" id="{BA9339E6-0408-496D-8A36-954238D2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01475" y="7372350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35" name="Deletion to remove case data">
            <a:extLst xmlns:a="http://schemas.openxmlformats.org/drawingml/2006/main">
              <a:ext uri="{FF2B5EF4-FFF2-40B4-BE49-F238E27FC236}">
                <a16:creationId xmlns:a16="http://schemas.microsoft.com/office/drawing/2014/main" id="{83EF1F15-A2A6-47C9-8108-823EF7B7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8239125"/>
            <a:ext cx="733425" cy="9525"/>
          </a:xfrm>
          <a:custGeom xmlns:a="http://schemas.openxmlformats.org/drawingml/2006/main">
            <a:pathLst>
              <a:path w="733425" h="9525">
                <a:moveTo>
                  <a:pt x="0" y="0"/>
                </a:moveTo>
                <a:lnTo>
                  <a:pt x="733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36" name="Deletion to remove case data arrowhead">
            <a:extLst xmlns:a="http://schemas.openxmlformats.org/drawingml/2006/main">
              <a:ext uri="{FF2B5EF4-FFF2-40B4-BE49-F238E27FC236}">
                <a16:creationId xmlns:a16="http://schemas.microsoft.com/office/drawing/2014/main" id="{04162331-6A15-46BB-A42C-643186CF0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81629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37" name="Removal to contribution withdrawal">
            <a:extLst xmlns:a="http://schemas.openxmlformats.org/drawingml/2006/main">
              <a:ext uri="{FF2B5EF4-FFF2-40B4-BE49-F238E27FC236}">
                <a16:creationId xmlns:a16="http://schemas.microsoft.com/office/drawing/2014/main" id="{A7158C11-F004-4023-9B7E-980100ED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8239125"/>
            <a:ext cx="695325" cy="9525"/>
          </a:xfrm>
          <a:custGeom xmlns:a="http://schemas.openxmlformats.org/drawingml/2006/main">
            <a:pathLst>
              <a:path w="695325" h="9525">
                <a:moveTo>
                  <a:pt x="0" y="0"/>
                </a:moveTo>
                <a:lnTo>
                  <a:pt x="695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3">
            <a:solidFill>
              <a:srgbClr val="7A8A93"/>
            </a:solidFill>
            <a:prstDash val="solid"/>
          </a:ln>
        </p:spPr>
      </p:sp>
      <p:sp>
        <p:nvSpPr>
          <p:cNvPr id="38" name="Removal to contribution withdrawal arrowhead">
            <a:extLst xmlns:a="http://schemas.openxmlformats.org/drawingml/2006/main">
              <a:ext uri="{FF2B5EF4-FFF2-40B4-BE49-F238E27FC236}">
                <a16:creationId xmlns:a16="http://schemas.microsoft.com/office/drawing/2014/main" id="{D1379AB3-FCF9-4B2E-980D-D989816A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8162925"/>
            <a:ext cx="133350" cy="152400"/>
          </a:xfrm>
          <a:custGeom xmlns:a="http://schemas.openxmlformats.org/drawingml/2006/main">
            <a:pathLst>
              <a:path w="133350" h="152400">
                <a:moveTo>
                  <a:pt x="0" y="0"/>
                </a:moveTo>
                <a:lnTo>
                  <a:pt x="133350" y="76200"/>
                </a:lnTo>
                <a:lnTo>
                  <a:pt x="0" y="152400"/>
                </a:lnTo>
                <a:close/>
              </a:path>
            </a:pathLst>
          </a:custGeom>
          <a:solidFill xmlns:a="http://schemas.openxmlformats.org/drawingml/2006/main">
            <a:srgbClr val="7A8A93"/>
          </a:solidFill>
          <a:ln xmlns:a="http://schemas.openxmlformats.org/drawingml/2006/main" w="2858">
            <a:solidFill>
              <a:srgbClr val="7A8A93"/>
            </a:solidFill>
            <a:prstDash val="solid"/>
          </a:ln>
        </p:spPr>
      </p:sp>
      <p:sp>
        <p:nvSpPr>
          <p:cNvPr id="39" name="User role">
            <a:extLst xmlns:a="http://schemas.openxmlformats.org/drawingml/2006/main">
              <a:ext uri="{FF2B5EF4-FFF2-40B4-BE49-F238E27FC236}">
                <a16:creationId xmlns:a16="http://schemas.microsoft.com/office/drawing/2014/main" id="{9AC5B290-533C-4670-AFD2-9FB1650E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762375"/>
            <a:ext cx="1181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40" name="Analyst role">
            <a:extLst xmlns:a="http://schemas.openxmlformats.org/drawingml/2006/main">
              <a:ext uri="{FF2B5EF4-FFF2-40B4-BE49-F238E27FC236}">
                <a16:creationId xmlns:a16="http://schemas.microsoft.com/office/drawing/2014/main" id="{1B01B44A-9B4D-45A7-845F-F271441F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4362450"/>
            <a:ext cx="1181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41" name="Administrator role">
            <a:extLst xmlns:a="http://schemas.openxmlformats.org/drawingml/2006/main">
              <a:ext uri="{FF2B5EF4-FFF2-40B4-BE49-F238E27FC236}">
                <a16:creationId xmlns:a16="http://schemas.microsoft.com/office/drawing/2014/main" id="{01886116-C110-44B4-862D-9E68B047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5019675"/>
            <a:ext cx="11811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42" name="Session and role checks">
            <a:extLst xmlns:a="http://schemas.openxmlformats.org/drawingml/2006/main">
              <a:ext uri="{FF2B5EF4-FFF2-40B4-BE49-F238E27FC236}">
                <a16:creationId xmlns:a16="http://schemas.microsoft.com/office/drawing/2014/main" id="{0DE573A9-BA42-4AD9-B446-6F8627E0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229100"/>
            <a:ext cx="1133475" cy="695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43" name="Case service">
            <a:extLst xmlns:a="http://schemas.openxmlformats.org/drawingml/2006/main">
              <a:ext uri="{FF2B5EF4-FFF2-40B4-BE49-F238E27FC236}">
                <a16:creationId xmlns:a16="http://schemas.microsoft.com/office/drawing/2014/main" id="{DA4F0DAD-8E70-4AF5-9655-C7AFA32A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810000"/>
            <a:ext cx="3009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44" name="Outbound security gate">
            <a:extLst xmlns:a="http://schemas.openxmlformats.org/drawingml/2006/main">
              <a:ext uri="{FF2B5EF4-FFF2-40B4-BE49-F238E27FC236}">
                <a16:creationId xmlns:a16="http://schemas.microsoft.com/office/drawing/2014/main" id="{C0C5A946-E2C1-46E7-B503-F14B8D35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705225"/>
            <a:ext cx="21717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45" name="Inbound response checks">
            <a:extLst xmlns:a="http://schemas.openxmlformats.org/drawingml/2006/main">
              <a:ext uri="{FF2B5EF4-FFF2-40B4-BE49-F238E27FC236}">
                <a16:creationId xmlns:a16="http://schemas.microsoft.com/office/drawing/2014/main" id="{4647E25E-6A55-448F-AD9C-48C89F65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457700"/>
            <a:ext cx="21812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46" name="Optional provider">
            <a:extLst xmlns:a="http://schemas.openxmlformats.org/drawingml/2006/main">
              <a:ext uri="{FF2B5EF4-FFF2-40B4-BE49-F238E27FC236}">
                <a16:creationId xmlns:a16="http://schemas.microsoft.com/office/drawing/2014/main" id="{1D723295-CD58-4AF2-A73C-0DB5B78D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3225" y="3743325"/>
            <a:ext cx="11811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47" name="SQLite cylinder body">
            <a:extLst xmlns:a="http://schemas.openxmlformats.org/drawingml/2006/main">
              <a:ext uri="{FF2B5EF4-FFF2-40B4-BE49-F238E27FC236}">
                <a16:creationId xmlns:a16="http://schemas.microsoft.com/office/drawing/2014/main" id="{08E15D6A-E40A-40A3-B16A-DCDC61D3D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38750"/>
            <a:ext cx="2019300" cy="628650"/>
          </a:xfrm>
          <a:custGeom xmlns:a="http://schemas.openxmlformats.org/drawingml/2006/main">
            <a:pathLst>
              <a:path w="2019300" h="628650">
                <a:moveTo>
                  <a:pt x="0" y="0"/>
                </a:moveTo>
                <a:lnTo>
                  <a:pt x="2019300" y="0"/>
                </a:lnTo>
                <a:lnTo>
                  <a:pt x="2019300" y="495300"/>
                </a:lnTo>
                <a:lnTo>
                  <a:pt x="2019300" y="495300"/>
                </a:lnTo>
                <a:lnTo>
                  <a:pt x="2017138" y="504022"/>
                </a:lnTo>
                <a:lnTo>
                  <a:pt x="2010662" y="512706"/>
                </a:lnTo>
                <a:lnTo>
                  <a:pt x="1999900" y="521315"/>
                </a:lnTo>
                <a:lnTo>
                  <a:pt x="1984897" y="529814"/>
                </a:lnTo>
                <a:lnTo>
                  <a:pt x="1965718" y="538164"/>
                </a:lnTo>
                <a:lnTo>
                  <a:pt x="1942445" y="546331"/>
                </a:lnTo>
                <a:lnTo>
                  <a:pt x="1915178" y="554279"/>
                </a:lnTo>
                <a:lnTo>
                  <a:pt x="1884033" y="561975"/>
                </a:lnTo>
                <a:lnTo>
                  <a:pt x="1849143" y="569385"/>
                </a:lnTo>
                <a:lnTo>
                  <a:pt x="1810659" y="576478"/>
                </a:lnTo>
                <a:lnTo>
                  <a:pt x="1768745" y="583224"/>
                </a:lnTo>
                <a:lnTo>
                  <a:pt x="1723580" y="589593"/>
                </a:lnTo>
                <a:lnTo>
                  <a:pt x="1675359" y="595558"/>
                </a:lnTo>
                <a:lnTo>
                  <a:pt x="1624286" y="601094"/>
                </a:lnTo>
                <a:lnTo>
                  <a:pt x="1570581" y="606176"/>
                </a:lnTo>
                <a:lnTo>
                  <a:pt x="1514475" y="610784"/>
                </a:lnTo>
                <a:lnTo>
                  <a:pt x="1456207" y="614898"/>
                </a:lnTo>
                <a:lnTo>
                  <a:pt x="1396026" y="618499"/>
                </a:lnTo>
                <a:lnTo>
                  <a:pt x="1334191" y="621573"/>
                </a:lnTo>
                <a:lnTo>
                  <a:pt x="1270967" y="624106"/>
                </a:lnTo>
                <a:lnTo>
                  <a:pt x="1206623" y="626088"/>
                </a:lnTo>
                <a:lnTo>
                  <a:pt x="1141436" y="627509"/>
                </a:lnTo>
                <a:lnTo>
                  <a:pt x="1075684" y="628364"/>
                </a:lnTo>
                <a:lnTo>
                  <a:pt x="1009650" y="628650"/>
                </a:lnTo>
                <a:lnTo>
                  <a:pt x="943616" y="628364"/>
                </a:lnTo>
                <a:lnTo>
                  <a:pt x="877864" y="627509"/>
                </a:lnTo>
                <a:lnTo>
                  <a:pt x="812677" y="626088"/>
                </a:lnTo>
                <a:lnTo>
                  <a:pt x="748333" y="624106"/>
                </a:lnTo>
                <a:lnTo>
                  <a:pt x="685109" y="621573"/>
                </a:lnTo>
                <a:lnTo>
                  <a:pt x="623274" y="618499"/>
                </a:lnTo>
                <a:lnTo>
                  <a:pt x="563093" y="614898"/>
                </a:lnTo>
                <a:lnTo>
                  <a:pt x="504825" y="610784"/>
                </a:lnTo>
                <a:lnTo>
                  <a:pt x="448719" y="606176"/>
                </a:lnTo>
                <a:lnTo>
                  <a:pt x="395014" y="601094"/>
                </a:lnTo>
                <a:lnTo>
                  <a:pt x="343941" y="595558"/>
                </a:lnTo>
                <a:lnTo>
                  <a:pt x="295720" y="589593"/>
                </a:lnTo>
                <a:lnTo>
                  <a:pt x="250555" y="583224"/>
                </a:lnTo>
                <a:lnTo>
                  <a:pt x="208641" y="576478"/>
                </a:lnTo>
                <a:lnTo>
                  <a:pt x="170157" y="569385"/>
                </a:lnTo>
                <a:lnTo>
                  <a:pt x="135267" y="561975"/>
                </a:lnTo>
                <a:lnTo>
                  <a:pt x="104122" y="554279"/>
                </a:lnTo>
                <a:lnTo>
                  <a:pt x="76855" y="546331"/>
                </a:lnTo>
                <a:lnTo>
                  <a:pt x="53582" y="538164"/>
                </a:lnTo>
                <a:lnTo>
                  <a:pt x="34403" y="529814"/>
                </a:lnTo>
                <a:lnTo>
                  <a:pt x="19400" y="521315"/>
                </a:lnTo>
                <a:lnTo>
                  <a:pt x="8638" y="512706"/>
                </a:lnTo>
                <a:lnTo>
                  <a:pt x="2162" y="504022"/>
                </a:lnTo>
                <a:lnTo>
                  <a:pt x="0" y="4953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12DA"/>
            </a:solidFill>
            <a:prstDash val="solid"/>
          </a:ln>
        </p:spPr>
      </p:sp>
      <p:sp>
        <p:nvSpPr>
          <p:cNvPr id="48" name="SQLite cylinder top">
            <a:extLst xmlns:a="http://schemas.openxmlformats.org/drawingml/2006/main">
              <a:ext uri="{FF2B5EF4-FFF2-40B4-BE49-F238E27FC236}">
                <a16:creationId xmlns:a16="http://schemas.microsoft.com/office/drawing/2014/main" id="{B7CDDA64-FDCE-4C59-8F3E-291CAB0F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95875"/>
            <a:ext cx="2019300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12DA"/>
            </a:solidFill>
            <a:prstDash val="solid"/>
          </a:ln>
        </p:spPr>
      </p:sp>
      <p:sp>
        <p:nvSpPr>
          <p:cNvPr id="49" name="User correction trigger">
            <a:extLst xmlns:a="http://schemas.openxmlformats.org/drawingml/2006/main">
              <a:ext uri="{FF2B5EF4-FFF2-40B4-BE49-F238E27FC236}">
                <a16:creationId xmlns:a16="http://schemas.microsoft.com/office/drawing/2014/main" id="{B8EA1C49-EC62-4FFB-A7DC-BECE559E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7239000"/>
            <a:ext cx="25527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0F2FF"/>
          </a:solidFill>
          <a:ln xmlns:a="http://schemas.openxmlformats.org/drawingml/2006/main" w="15240">
            <a:solidFill>
              <a:srgbClr val="1612DA"/>
            </a:solidFill>
            <a:prstDash val="solid"/>
          </a:ln>
        </p:spPr>
      </p:sp>
      <p:sp>
        <p:nvSpPr>
          <p:cNvPr id="50" name="User deletion trigger">
            <a:extLst xmlns:a="http://schemas.openxmlformats.org/drawingml/2006/main">
              <a:ext uri="{FF2B5EF4-FFF2-40B4-BE49-F238E27FC236}">
                <a16:creationId xmlns:a16="http://schemas.microsoft.com/office/drawing/2014/main" id="{0D62D696-B4CE-4716-98D8-ED2ED36D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8001000"/>
            <a:ext cx="2552700" cy="4762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0F2FF"/>
          </a:solidFill>
          <a:ln xmlns:a="http://schemas.openxmlformats.org/drawingml/2006/main" w="15240">
            <a:solidFill>
              <a:srgbClr val="1612DA"/>
            </a:solidFill>
            <a:prstDash val="solid"/>
          </a:ln>
        </p:spPr>
      </p:sp>
      <p:sp>
        <p:nvSpPr>
          <p:cNvPr id="51" name="Append evidence revision">
            <a:extLst xmlns:a="http://schemas.openxmlformats.org/drawingml/2006/main">
              <a:ext uri="{FF2B5EF4-FFF2-40B4-BE49-F238E27FC236}">
                <a16:creationId xmlns:a16="http://schemas.microsoft.com/office/drawing/2014/main" id="{7EE02D32-A09D-490A-B602-4BA04F283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134225"/>
            <a:ext cx="33623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52" name="Reassess active evidence">
            <a:extLst xmlns:a="http://schemas.openxmlformats.org/drawingml/2006/main">
              <a:ext uri="{FF2B5EF4-FFF2-40B4-BE49-F238E27FC236}">
                <a16:creationId xmlns:a16="http://schemas.microsoft.com/office/drawing/2014/main" id="{5BC9AB42-D317-4E2C-A601-B9B66D4D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7134225"/>
            <a:ext cx="32766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53" name="Record assessment revision">
            <a:extLst xmlns:a="http://schemas.openxmlformats.org/drawingml/2006/main">
              <a:ext uri="{FF2B5EF4-FFF2-40B4-BE49-F238E27FC236}">
                <a16:creationId xmlns:a16="http://schemas.microsoft.com/office/drawing/2014/main" id="{F9BB63E3-08EB-419B-93F6-9BCBA899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44350" y="7134225"/>
            <a:ext cx="35147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54" name="Remove case data">
            <a:extLst xmlns:a="http://schemas.openxmlformats.org/drawingml/2006/main">
              <a:ext uri="{FF2B5EF4-FFF2-40B4-BE49-F238E27FC236}">
                <a16:creationId xmlns:a16="http://schemas.microsoft.com/office/drawing/2014/main" id="{1C8BBDC1-289A-4C94-91C7-95DCB883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991475"/>
            <a:ext cx="33623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55" name="Withdraw linked contributions">
            <a:extLst xmlns:a="http://schemas.openxmlformats.org/drawingml/2006/main">
              <a:ext uri="{FF2B5EF4-FFF2-40B4-BE49-F238E27FC236}">
                <a16:creationId xmlns:a16="http://schemas.microsoft.com/office/drawing/2014/main" id="{9DA4A7E1-C342-44E1-B1F6-8038E849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7991475"/>
            <a:ext cx="3286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612DA"/>
            </a:solidFill>
            <a:prstDash val="solid"/>
          </a:ln>
        </p:spPr>
      </p:sp>
      <p:sp>
        <p:nvSpPr>
          <p:cNvPr id="56" name="Slide title">
            <a:extLst xmlns:a="http://schemas.openxmlformats.org/drawingml/2006/main">
              <a:ext uri="{FF2B5EF4-FFF2-40B4-BE49-F238E27FC236}">
                <a16:creationId xmlns:a16="http://schemas.microsoft.com/office/drawing/2014/main" id="{DC354E5F-6443-4E69-817A-62C889E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14300"/>
            <a:ext cx="148113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4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Security &amp; Privacy Controls</a:t>
            </a:r>
          </a:p>
        </p:txBody>
      </p:sp>
      <p:sp>
        <p:nvSpPr>
          <p:cNvPr id="57" name="Text 1">
            <a:extLst xmlns:a="http://schemas.openxmlformats.org/drawingml/2006/main">
              <a:ext uri="{FF2B5EF4-FFF2-40B4-BE49-F238E27FC236}">
                <a16:creationId xmlns:a16="http://schemas.microsoft.com/office/drawing/2014/main" id="{B835CEA8-238C-4CA4-B06D-57ACFA31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52475"/>
            <a:ext cx="148590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 Sachet checks access, limits disclosure, and preserves user control.</a:t>
            </a:r>
          </a:p>
        </p:txBody>
      </p:sp>
      <p:sp>
        <p:nvSpPr>
          <p:cNvPr id="58" name="Text 2">
            <a:extLst xmlns:a="http://schemas.openxmlformats.org/drawingml/2006/main">
              <a:ext uri="{FF2B5EF4-FFF2-40B4-BE49-F238E27FC236}">
                <a16:creationId xmlns:a16="http://schemas.microsoft.com/office/drawing/2014/main" id="{4D41D377-1CAE-437D-AF24-7F1AE792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5114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Selected inputs</a:t>
            </a:r>
          </a:p>
        </p:txBody>
      </p:sp>
      <p:sp>
        <p:nvSpPr>
          <p:cNvPr id="59" name="Text 3">
            <a:extLst xmlns:a="http://schemas.openxmlformats.org/drawingml/2006/main">
              <a:ext uri="{FF2B5EF4-FFF2-40B4-BE49-F238E27FC236}">
                <a16:creationId xmlns:a16="http://schemas.microsoft.com/office/drawing/2014/main" id="{8A68E6D1-E101-4964-BA0F-9748C0D9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7621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Messages and payment-request details</a:t>
            </a:r>
          </a:p>
        </p:txBody>
      </p:sp>
      <p:sp>
        <p:nvSpPr>
          <p:cNvPr id="60" name="Text 4">
            <a:extLst xmlns:a="http://schemas.openxmlformats.org/drawingml/2006/main">
              <a:ext uri="{FF2B5EF4-FFF2-40B4-BE49-F238E27FC236}">
                <a16:creationId xmlns:a16="http://schemas.microsoft.com/office/drawing/2014/main" id="{8358EE6F-1625-441B-833B-7DDA7E38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04787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User-reviewed screenshot text</a:t>
            </a:r>
          </a:p>
        </p:txBody>
      </p:sp>
      <p:sp>
        <p:nvSpPr>
          <p:cNvPr id="61" name="Text 5">
            <a:extLst xmlns:a="http://schemas.openxmlformats.org/drawingml/2006/main">
              <a:ext uri="{FF2B5EF4-FFF2-40B4-BE49-F238E27FC236}">
                <a16:creationId xmlns:a16="http://schemas.microsoft.com/office/drawing/2014/main" id="{CA9025DA-73D6-49F5-A2AE-54C87BAB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2333625"/>
            <a:ext cx="512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passwords, PINs and full account details out.</a:t>
            </a:r>
          </a:p>
        </p:txBody>
      </p:sp>
      <p:sp>
        <p:nvSpPr>
          <p:cNvPr id="62" name="Text 6">
            <a:extLst xmlns:a="http://schemas.openxmlformats.org/drawingml/2006/main">
              <a:ext uri="{FF2B5EF4-FFF2-40B4-BE49-F238E27FC236}">
                <a16:creationId xmlns:a16="http://schemas.microsoft.com/office/drawing/2014/main" id="{75E5A080-873D-4A40-8259-ABE8CC7A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323975"/>
            <a:ext cx="3686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Submission &amp; consent</a:t>
            </a:r>
          </a:p>
        </p:txBody>
      </p:sp>
      <p:sp>
        <p:nvSpPr>
          <p:cNvPr id="63" name="Text 7">
            <a:extLst xmlns:a="http://schemas.openxmlformats.org/drawingml/2006/main">
              <a:ext uri="{FF2B5EF4-FFF2-40B4-BE49-F238E27FC236}">
                <a16:creationId xmlns:a16="http://schemas.microsoft.com/office/drawing/2014/main" id="{2434A856-4000-4052-9698-B7765BE9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47850"/>
            <a:ext cx="34671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Selected text → Preview → Submit</a:t>
            </a:r>
          </a:p>
        </p:txBody>
      </p:sp>
      <p:sp>
        <p:nvSpPr>
          <p:cNvPr id="64" name="Text 8">
            <a:extLst xmlns:a="http://schemas.openxmlformats.org/drawingml/2006/main">
              <a:ext uri="{FF2B5EF4-FFF2-40B4-BE49-F238E27FC236}">
                <a16:creationId xmlns:a16="http://schemas.microsoft.com/office/drawing/2014/main" id="{D408EBEE-B422-46AD-9359-8AEFBE1F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33600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Screenshot extraction stays on device.</a:t>
            </a:r>
          </a:p>
        </p:txBody>
      </p:sp>
      <p:sp>
        <p:nvSpPr>
          <p:cNvPr id="65" name="Text 9">
            <a:extLst xmlns:a="http://schemas.openxmlformats.org/drawingml/2006/main">
              <a:ext uri="{FF2B5EF4-FFF2-40B4-BE49-F238E27FC236}">
                <a16:creationId xmlns:a16="http://schemas.microsoft.com/office/drawing/2014/main" id="{8863DE92-7036-49EC-9436-C28A1A13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71725"/>
            <a:ext cx="3505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63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 consent for report contributions.</a:t>
            </a:r>
          </a:p>
        </p:txBody>
      </p:sp>
      <p:sp>
        <p:nvSpPr>
          <p:cNvPr id="66" name="Text 10">
            <a:extLst xmlns:a="http://schemas.openxmlformats.org/drawingml/2006/main">
              <a:ext uri="{FF2B5EF4-FFF2-40B4-BE49-F238E27FC236}">
                <a16:creationId xmlns:a16="http://schemas.microsoft.com/office/drawing/2014/main" id="{B94FB7C8-644D-4628-BE22-E75D1F3A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1304925"/>
            <a:ext cx="4857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Trust assumptions</a:t>
            </a:r>
          </a:p>
        </p:txBody>
      </p:sp>
      <p:sp>
        <p:nvSpPr>
          <p:cNvPr id="67" name="Text 11">
            <a:extLst xmlns:a="http://schemas.openxmlformats.org/drawingml/2006/main">
              <a:ext uri="{FF2B5EF4-FFF2-40B4-BE49-F238E27FC236}">
                <a16:creationId xmlns:a16="http://schemas.microsoft.com/office/drawing/2014/main" id="{D33CB855-F05F-40AE-ACB2-6B12A513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76212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Submitted material may be incomplete or misleading.</a:t>
            </a:r>
          </a:p>
        </p:txBody>
      </p:sp>
      <p:sp>
        <p:nvSpPr>
          <p:cNvPr id="68" name="Text 12">
            <a:extLst xmlns:a="http://schemas.openxmlformats.org/drawingml/2006/main">
              <a:ext uri="{FF2B5EF4-FFF2-40B4-BE49-F238E27FC236}">
                <a16:creationId xmlns:a16="http://schemas.microsoft.com/office/drawing/2014/main" id="{C1F7DBE5-D2F4-4B49-B3BA-E68C3916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04787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user report is an unverified input.</a:t>
            </a:r>
          </a:p>
        </p:txBody>
      </p:sp>
      <p:sp>
        <p:nvSpPr>
          <p:cNvPr id="69" name="Text 13">
            <a:extLst xmlns:a="http://schemas.openxmlformats.org/drawingml/2006/main">
              <a:ext uri="{FF2B5EF4-FFF2-40B4-BE49-F238E27FC236}">
                <a16:creationId xmlns:a16="http://schemas.microsoft.com/office/drawing/2014/main" id="{B06D1D08-E944-415D-B945-E8041E57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333625"/>
            <a:ext cx="487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Quoted evidence does not verify identity.</a:t>
            </a:r>
          </a:p>
        </p:txBody>
      </p:sp>
      <p:sp>
        <p:nvSpPr>
          <p:cNvPr id="70" name="Text 14">
            <a:extLst xmlns:a="http://schemas.openxmlformats.org/drawingml/2006/main">
              <a:ext uri="{FF2B5EF4-FFF2-40B4-BE49-F238E27FC236}">
                <a16:creationId xmlns:a16="http://schemas.microsoft.com/office/drawing/2014/main" id="{E330DF26-EF75-4AB5-B42B-FA644066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051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Reviewed evidence</a:t>
            </a:r>
          </a:p>
        </p:txBody>
      </p:sp>
      <p:sp>
        <p:nvSpPr>
          <p:cNvPr id="71" name="Text 15">
            <a:extLst xmlns:a="http://schemas.openxmlformats.org/drawingml/2006/main">
              <a:ext uri="{FF2B5EF4-FFF2-40B4-BE49-F238E27FC236}">
                <a16:creationId xmlns:a16="http://schemas.microsoft.com/office/drawing/2014/main" id="{3660F69A-F42B-4454-AC95-5CDA212D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28950"/>
            <a:ext cx="49911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Access control</a:t>
            </a:r>
          </a:p>
        </p:txBody>
      </p:sp>
      <p:sp>
        <p:nvSpPr>
          <p:cNvPr id="72" name="Text 16">
            <a:extLst xmlns:a="http://schemas.openxmlformats.org/drawingml/2006/main">
              <a:ext uri="{FF2B5EF4-FFF2-40B4-BE49-F238E27FC236}">
                <a16:creationId xmlns:a16="http://schemas.microsoft.com/office/drawing/2014/main" id="{E8E09075-74FD-44B8-8E96-99777D57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09950"/>
            <a:ext cx="50768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Demo role sessions; production identity still required.</a:t>
            </a:r>
          </a:p>
        </p:txBody>
      </p:sp>
      <p:sp>
        <p:nvSpPr>
          <p:cNvPr id="73" name="Text 17">
            <a:extLst xmlns:a="http://schemas.openxmlformats.org/drawingml/2006/main">
              <a:ext uri="{FF2B5EF4-FFF2-40B4-BE49-F238E27FC236}">
                <a16:creationId xmlns:a16="http://schemas.microsoft.com/office/drawing/2014/main" id="{B245A9E4-1441-4D7E-B63D-EA744588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819525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74" name="Text 18">
            <a:extLst xmlns:a="http://schemas.openxmlformats.org/drawingml/2006/main">
              <a:ext uri="{FF2B5EF4-FFF2-40B4-BE49-F238E27FC236}">
                <a16:creationId xmlns:a16="http://schemas.microsoft.com/office/drawing/2014/main" id="{8D55198E-9CFE-4FAF-887F-A4D6D953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429125"/>
            <a:ext cx="1066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Analyst</a:t>
            </a:r>
          </a:p>
        </p:txBody>
      </p:sp>
      <p:sp>
        <p:nvSpPr>
          <p:cNvPr id="75" name="Text 19">
            <a:extLst xmlns:a="http://schemas.openxmlformats.org/drawingml/2006/main">
              <a:ext uri="{FF2B5EF4-FFF2-40B4-BE49-F238E27FC236}">
                <a16:creationId xmlns:a16="http://schemas.microsoft.com/office/drawing/2014/main" id="{D094C8FD-57C2-4AC8-9F94-F34E77DA1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5086350"/>
            <a:ext cx="1104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1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Administrator</a:t>
            </a:r>
          </a:p>
        </p:txBody>
      </p:sp>
      <p:sp>
        <p:nvSpPr>
          <p:cNvPr id="76" name="Text 20">
            <a:extLst xmlns:a="http://schemas.openxmlformats.org/drawingml/2006/main">
              <a:ext uri="{FF2B5EF4-FFF2-40B4-BE49-F238E27FC236}">
                <a16:creationId xmlns:a16="http://schemas.microsoft.com/office/drawing/2014/main" id="{B5607874-07B1-48BC-8722-273830984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857625"/>
            <a:ext cx="133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Own cases</a:t>
            </a:r>
          </a:p>
        </p:txBody>
      </p:sp>
      <p:sp>
        <p:nvSpPr>
          <p:cNvPr id="77" name="Text 21">
            <a:extLst xmlns:a="http://schemas.openxmlformats.org/drawingml/2006/main">
              <a:ext uri="{FF2B5EF4-FFF2-40B4-BE49-F238E27FC236}">
                <a16:creationId xmlns:a16="http://schemas.microsoft.com/office/drawing/2014/main" id="{EA7F0FE6-855D-4454-90E5-874D84FC2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67225"/>
            <a:ext cx="1343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Consented reports</a:t>
            </a:r>
          </a:p>
        </p:txBody>
      </p:sp>
      <p:sp>
        <p:nvSpPr>
          <p:cNvPr id="78" name="Text 22">
            <a:extLst xmlns:a="http://schemas.openxmlformats.org/drawingml/2006/main">
              <a:ext uri="{FF2B5EF4-FFF2-40B4-BE49-F238E27FC236}">
                <a16:creationId xmlns:a16="http://schemas.microsoft.com/office/drawing/2014/main" id="{7EA76B0A-AB47-4E40-A0BA-4E422EC2F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124450"/>
            <a:ext cx="13049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Pattern releases</a:t>
            </a:r>
          </a:p>
        </p:txBody>
      </p:sp>
      <p:sp>
        <p:nvSpPr>
          <p:cNvPr id="79" name="Text 23">
            <a:extLst xmlns:a="http://schemas.openxmlformats.org/drawingml/2006/main">
              <a:ext uri="{FF2B5EF4-FFF2-40B4-BE49-F238E27FC236}">
                <a16:creationId xmlns:a16="http://schemas.microsoft.com/office/drawing/2014/main" id="{7975CF06-CA58-4C7E-8C84-B2089D39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305300"/>
            <a:ext cx="10382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Session +</a:t>
            </a:r>
          </a:p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role checks</a:t>
            </a:r>
          </a:p>
        </p:txBody>
      </p:sp>
      <p:sp>
        <p:nvSpPr>
          <p:cNvPr id="80" name="Text 24">
            <a:extLst xmlns:a="http://schemas.openxmlformats.org/drawingml/2006/main">
              <a:ext uri="{FF2B5EF4-FFF2-40B4-BE49-F238E27FC236}">
                <a16:creationId xmlns:a16="http://schemas.microsoft.com/office/drawing/2014/main" id="{B1817677-00F1-47B3-8F75-492FBBD5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029075"/>
            <a:ext cx="9715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Authorized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81" name="Text 25">
            <a:extLst xmlns:a="http://schemas.openxmlformats.org/drawingml/2006/main">
              <a:ext uri="{FF2B5EF4-FFF2-40B4-BE49-F238E27FC236}">
                <a16:creationId xmlns:a16="http://schemas.microsoft.com/office/drawing/2014/main" id="{48C66B38-CB69-40D9-8B53-8A346520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324225"/>
            <a:ext cx="3524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Sachet backend</a:t>
            </a:r>
          </a:p>
        </p:txBody>
      </p:sp>
      <p:sp>
        <p:nvSpPr>
          <p:cNvPr id="82" name="Text 26">
            <a:extLst xmlns:a="http://schemas.openxmlformats.org/drawingml/2006/main">
              <a:ext uri="{FF2B5EF4-FFF2-40B4-BE49-F238E27FC236}">
                <a16:creationId xmlns:a16="http://schemas.microsoft.com/office/drawing/2014/main" id="{F866EF13-F5AE-4BA3-9393-50690A49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876675"/>
            <a:ext cx="285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service</a:t>
            </a:r>
          </a:p>
        </p:txBody>
      </p:sp>
      <p:sp>
        <p:nvSpPr>
          <p:cNvPr id="83" name="Text 27">
            <a:extLst xmlns:a="http://schemas.openxmlformats.org/drawingml/2006/main">
              <a:ext uri="{FF2B5EF4-FFF2-40B4-BE49-F238E27FC236}">
                <a16:creationId xmlns:a16="http://schemas.microsoft.com/office/drawing/2014/main" id="{5CEFF584-9512-402B-AB1E-2F37DC74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219575"/>
            <a:ext cx="2847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· Revisions · Assessments</a:t>
            </a:r>
          </a:p>
        </p:txBody>
      </p:sp>
      <p:sp>
        <p:nvSpPr>
          <p:cNvPr id="84" name="Text 28">
            <a:extLst xmlns:a="http://schemas.openxmlformats.org/drawingml/2006/main">
              <a:ext uri="{FF2B5EF4-FFF2-40B4-BE49-F238E27FC236}">
                <a16:creationId xmlns:a16="http://schemas.microsoft.com/office/drawing/2014/main" id="{937E538D-7ACE-4E9B-A887-B95941389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33925"/>
            <a:ext cx="1600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/ write</a:t>
            </a:r>
          </a:p>
        </p:txBody>
      </p:sp>
      <p:sp>
        <p:nvSpPr>
          <p:cNvPr id="85" name="Text 29">
            <a:extLst xmlns:a="http://schemas.openxmlformats.org/drawingml/2006/main">
              <a:ext uri="{FF2B5EF4-FFF2-40B4-BE49-F238E27FC236}">
                <a16:creationId xmlns:a16="http://schemas.microsoft.com/office/drawing/2014/main" id="{E48ED14F-E0DC-4EFE-942D-651DEA741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429250"/>
            <a:ext cx="18192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SQLite case store</a:t>
            </a:r>
          </a:p>
        </p:txBody>
      </p:sp>
      <p:sp>
        <p:nvSpPr>
          <p:cNvPr id="86" name="Text 30">
            <a:extLst xmlns:a="http://schemas.openxmlformats.org/drawingml/2006/main">
              <a:ext uri="{FF2B5EF4-FFF2-40B4-BE49-F238E27FC236}">
                <a16:creationId xmlns:a16="http://schemas.microsoft.com/office/drawing/2014/main" id="{85AEE5DE-89EE-4E82-BA76-A5C593B4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076950"/>
            <a:ext cx="1990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data lifecycle</a:t>
            </a:r>
          </a:p>
        </p:txBody>
      </p:sp>
      <p:sp>
        <p:nvSpPr>
          <p:cNvPr id="87" name="Text 31">
            <a:extLst xmlns:a="http://schemas.openxmlformats.org/drawingml/2006/main">
              <a:ext uri="{FF2B5EF4-FFF2-40B4-BE49-F238E27FC236}">
                <a16:creationId xmlns:a16="http://schemas.microsoft.com/office/drawing/2014/main" id="{1935C37C-C96F-482F-966F-A8A52965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028950"/>
            <a:ext cx="4876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At the cloud boundary</a:t>
            </a:r>
          </a:p>
        </p:txBody>
      </p:sp>
      <p:sp>
        <p:nvSpPr>
          <p:cNvPr id="88" name="Text 32">
            <a:extLst xmlns:a="http://schemas.openxmlformats.org/drawingml/2006/main">
              <a:ext uri="{FF2B5EF4-FFF2-40B4-BE49-F238E27FC236}">
                <a16:creationId xmlns:a16="http://schemas.microsoft.com/office/drawing/2014/main" id="{405C03F8-9207-4473-9514-05809663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3762375"/>
            <a:ext cx="20574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Outbound: Permission +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minimization</a:t>
            </a:r>
          </a:p>
        </p:txBody>
      </p:sp>
      <p:sp>
        <p:nvSpPr>
          <p:cNvPr id="89" name="Text 33">
            <a:extLst xmlns:a="http://schemas.openxmlformats.org/drawingml/2006/main">
              <a:ext uri="{FF2B5EF4-FFF2-40B4-BE49-F238E27FC236}">
                <a16:creationId xmlns:a16="http://schemas.microsoft.com/office/drawing/2014/main" id="{8ACADC2B-27E0-4B0B-A89B-A6D492C3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533900"/>
            <a:ext cx="20669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Inbound: Schema +</a:t>
            </a:r>
          </a:p>
          <a:p xmlns:a="http://schemas.openxmlformats.org/drawingml/2006/main">
            <a:pPr algn="ctr">
              <a:defRPr sz="138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88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source-quote checks</a:t>
            </a:r>
          </a:p>
        </p:txBody>
      </p:sp>
      <p:sp>
        <p:nvSpPr>
          <p:cNvPr id="90" name="Text 34">
            <a:extLst xmlns:a="http://schemas.openxmlformats.org/drawingml/2006/main">
              <a:ext uri="{FF2B5EF4-FFF2-40B4-BE49-F238E27FC236}">
                <a16:creationId xmlns:a16="http://schemas.microsoft.com/office/drawing/2014/main" id="{414A432F-1C99-4665-A06C-CD702E07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3943350"/>
            <a:ext cx="1066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Optional</a:t>
            </a:r>
          </a:p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Groq / Gemini</a:t>
            </a:r>
          </a:p>
        </p:txBody>
      </p:sp>
      <p:sp>
        <p:nvSpPr>
          <p:cNvPr id="91" name="Text 35">
            <a:extLst xmlns:a="http://schemas.openxmlformats.org/drawingml/2006/main">
              <a:ext uri="{FF2B5EF4-FFF2-40B4-BE49-F238E27FC236}">
                <a16:creationId xmlns:a16="http://schemas.microsoft.com/office/drawing/2014/main" id="{0C626B50-BCEA-476C-8F70-5D05A1A5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3495675"/>
            <a:ext cx="1200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Minimized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request</a:t>
            </a:r>
          </a:p>
        </p:txBody>
      </p:sp>
      <p:sp>
        <p:nvSpPr>
          <p:cNvPr id="92" name="Text 36">
            <a:extLst xmlns:a="http://schemas.openxmlformats.org/drawingml/2006/main">
              <a:ext uri="{FF2B5EF4-FFF2-40B4-BE49-F238E27FC236}">
                <a16:creationId xmlns:a16="http://schemas.microsoft.com/office/drawing/2014/main" id="{71137A7D-31CD-42F8-860E-ABF0FBAA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343400"/>
            <a:ext cx="11906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Untrusted</a:t>
            </a:r>
          </a:p>
          <a:p xmlns:a="http://schemas.openxmlformats.org/drawingml/2006/main">
            <a:pPr algn="ctr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proposal</a:t>
            </a:r>
          </a:p>
        </p:txBody>
      </p:sp>
      <p:sp>
        <p:nvSpPr>
          <p:cNvPr id="93" name="Text 37">
            <a:extLst xmlns:a="http://schemas.openxmlformats.org/drawingml/2006/main">
              <a:ext uri="{FF2B5EF4-FFF2-40B4-BE49-F238E27FC236}">
                <a16:creationId xmlns:a16="http://schemas.microsoft.com/office/drawing/2014/main" id="{53F52D02-AB28-4456-9954-DA537EE5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572000"/>
            <a:ext cx="90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Validated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4" name="Text 38">
            <a:extLst xmlns:a="http://schemas.openxmlformats.org/drawingml/2006/main">
              <a:ext uri="{FF2B5EF4-FFF2-40B4-BE49-F238E27FC236}">
                <a16:creationId xmlns:a16="http://schemas.microsoft.com/office/drawing/2014/main" id="{872204C6-CA37-4C95-9233-7BD6D056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5267325"/>
            <a:ext cx="459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Redaction can miss sensitive content.</a:t>
            </a:r>
          </a:p>
        </p:txBody>
      </p:sp>
      <p:sp>
        <p:nvSpPr>
          <p:cNvPr id="95" name="Text 39">
            <a:extLst xmlns:a="http://schemas.openxmlformats.org/drawingml/2006/main">
              <a:ext uri="{FF2B5EF4-FFF2-40B4-BE49-F238E27FC236}">
                <a16:creationId xmlns:a16="http://schemas.microsoft.com/office/drawing/2014/main" id="{505DCCE9-D2A1-4174-AE4E-A8AB2A25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8025" y="55435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Invalid response or provider error → explicit failure status.</a:t>
            </a:r>
          </a:p>
        </p:txBody>
      </p:sp>
      <p:sp>
        <p:nvSpPr>
          <p:cNvPr id="96" name="Text 40">
            <a:extLst xmlns:a="http://schemas.openxmlformats.org/drawingml/2006/main">
              <a:ext uri="{FF2B5EF4-FFF2-40B4-BE49-F238E27FC236}">
                <a16:creationId xmlns:a16="http://schemas.microsoft.com/office/drawing/2014/main" id="{CA0CE2B4-83B9-4633-A723-DFA896BB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8425"/>
            <a:ext cx="149352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Backend lifecycle: revisions, reassessment &amp; deletion</a:t>
            </a:r>
          </a:p>
        </p:txBody>
      </p:sp>
      <p:sp>
        <p:nvSpPr>
          <p:cNvPr id="97" name="Text 41">
            <a:extLst xmlns:a="http://schemas.openxmlformats.org/drawingml/2006/main">
              <a:ext uri="{FF2B5EF4-FFF2-40B4-BE49-F238E27FC236}">
                <a16:creationId xmlns:a16="http://schemas.microsoft.com/office/drawing/2014/main" id="{99DCD91C-987B-473E-B74E-A5EA8A34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6848475"/>
            <a:ext cx="1466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Internal backend operations.</a:t>
            </a:r>
          </a:p>
        </p:txBody>
      </p:sp>
      <p:sp>
        <p:nvSpPr>
          <p:cNvPr id="98" name="Text 42">
            <a:extLst xmlns:a="http://schemas.openxmlformats.org/drawingml/2006/main">
              <a:ext uri="{FF2B5EF4-FFF2-40B4-BE49-F238E27FC236}">
                <a16:creationId xmlns:a16="http://schemas.microsoft.com/office/drawing/2014/main" id="{07298D21-BFFD-4C42-BBAB-5ACB59F4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7296150"/>
            <a:ext cx="2400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correction</a:t>
            </a:r>
          </a:p>
        </p:txBody>
      </p:sp>
      <p:sp>
        <p:nvSpPr>
          <p:cNvPr id="99" name="Text 43">
            <a:extLst xmlns:a="http://schemas.openxmlformats.org/drawingml/2006/main">
              <a:ext uri="{FF2B5EF4-FFF2-40B4-BE49-F238E27FC236}">
                <a16:creationId xmlns:a16="http://schemas.microsoft.com/office/drawing/2014/main" id="{E2481A09-B55F-421B-94AD-EC7E2369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162800"/>
            <a:ext cx="3228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Append evidence revision</a:t>
            </a:r>
          </a:p>
        </p:txBody>
      </p:sp>
      <p:sp>
        <p:nvSpPr>
          <p:cNvPr id="100" name="Text 44">
            <a:extLst xmlns:a="http://schemas.openxmlformats.org/drawingml/2006/main">
              <a:ext uri="{FF2B5EF4-FFF2-40B4-BE49-F238E27FC236}">
                <a16:creationId xmlns:a16="http://schemas.microsoft.com/office/drawing/2014/main" id="{22263F5F-75CE-4792-8D12-FEA0E6BF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7458075"/>
            <a:ext cx="32289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Supersede the earlier evidence</a:t>
            </a:r>
          </a:p>
        </p:txBody>
      </p:sp>
      <p:sp>
        <p:nvSpPr>
          <p:cNvPr id="101" name="Text 45">
            <a:extLst xmlns:a="http://schemas.openxmlformats.org/drawingml/2006/main">
              <a:ext uri="{FF2B5EF4-FFF2-40B4-BE49-F238E27FC236}">
                <a16:creationId xmlns:a16="http://schemas.microsoft.com/office/drawing/2014/main" id="{18524EBC-82DE-4A03-8740-0F7DD8CFC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1628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Reassess active evidence</a:t>
            </a:r>
          </a:p>
        </p:txBody>
      </p:sp>
      <p:sp>
        <p:nvSpPr>
          <p:cNvPr id="102" name="Text 46">
            <a:extLst xmlns:a="http://schemas.openxmlformats.org/drawingml/2006/main">
              <a:ext uri="{FF2B5EF4-FFF2-40B4-BE49-F238E27FC236}">
                <a16:creationId xmlns:a16="http://schemas.microsoft.com/office/drawing/2014/main" id="{6C0D7467-7DAC-448D-AF95-0271515E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7458075"/>
            <a:ext cx="3143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current case context</a:t>
            </a:r>
          </a:p>
        </p:txBody>
      </p:sp>
      <p:sp>
        <p:nvSpPr>
          <p:cNvPr id="103" name="Text 47">
            <a:extLst xmlns:a="http://schemas.openxmlformats.org/drawingml/2006/main">
              <a:ext uri="{FF2B5EF4-FFF2-40B4-BE49-F238E27FC236}">
                <a16:creationId xmlns:a16="http://schemas.microsoft.com/office/drawing/2014/main" id="{CA7A7671-9657-479C-A16B-4C1704A39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162800"/>
            <a:ext cx="34004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 assessment revision</a:t>
            </a:r>
          </a:p>
        </p:txBody>
      </p:sp>
      <p:sp>
        <p:nvSpPr>
          <p:cNvPr id="104" name="Text 48">
            <a:extLst xmlns:a="http://schemas.openxmlformats.org/drawingml/2006/main">
              <a:ext uri="{FF2B5EF4-FFF2-40B4-BE49-F238E27FC236}">
                <a16:creationId xmlns:a16="http://schemas.microsoft.com/office/drawing/2014/main" id="{2FF93F54-53E0-4319-BC99-D372E253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7458075"/>
            <a:ext cx="34004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 assessment history</a:t>
            </a:r>
          </a:p>
        </p:txBody>
      </p:sp>
      <p:sp>
        <p:nvSpPr>
          <p:cNvPr id="105" name="Text 49">
            <a:extLst xmlns:a="http://schemas.openxmlformats.org/drawingml/2006/main">
              <a:ext uri="{FF2B5EF4-FFF2-40B4-BE49-F238E27FC236}">
                <a16:creationId xmlns:a16="http://schemas.microsoft.com/office/drawing/2014/main" id="{FE813C98-7B44-4F8B-B58B-FCFC3F90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8058150"/>
            <a:ext cx="2400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deletion / expiry</a:t>
            </a:r>
          </a:p>
        </p:txBody>
      </p:sp>
      <p:sp>
        <p:nvSpPr>
          <p:cNvPr id="106" name="Text 50">
            <a:extLst xmlns:a="http://schemas.openxmlformats.org/drawingml/2006/main">
              <a:ext uri="{FF2B5EF4-FFF2-40B4-BE49-F238E27FC236}">
                <a16:creationId xmlns:a16="http://schemas.microsoft.com/office/drawing/2014/main" id="{9CB099B8-0CD4-43E1-B277-2941B405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8058150"/>
            <a:ext cx="32480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Remove case data</a:t>
            </a:r>
          </a:p>
        </p:txBody>
      </p:sp>
      <p:sp>
        <p:nvSpPr>
          <p:cNvPr id="107" name="Text 51">
            <a:extLst xmlns:a="http://schemas.openxmlformats.org/drawingml/2006/main">
              <a:ext uri="{FF2B5EF4-FFF2-40B4-BE49-F238E27FC236}">
                <a16:creationId xmlns:a16="http://schemas.microsoft.com/office/drawing/2014/main" id="{49BBBDEC-A096-422A-9A57-78E1B25F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8058150"/>
            <a:ext cx="31527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Withdraw linked contributions</a:t>
            </a:r>
          </a:p>
        </p:txBody>
      </p:sp>
      <p:sp>
        <p:nvSpPr>
          <p:cNvPr id="108" name="Text 52">
            <a:extLst xmlns:a="http://schemas.openxmlformats.org/drawingml/2006/main">
              <a:ext uri="{FF2B5EF4-FFF2-40B4-BE49-F238E27FC236}">
                <a16:creationId xmlns:a16="http://schemas.microsoft.com/office/drawing/2014/main" id="{D5243405-6C01-452B-B2A1-5279DB75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8115300"/>
            <a:ext cx="4095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1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1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Retention: cases 7 days; contributions 30 days.</a:t>
            </a:r>
          </a:p>
        </p:txBody>
      </p:sp>
    </p:spTree>
    <p:extLst>
      <p:ext uri="{BB962C8B-B14F-4D97-AF65-F5344CB8AC3E}">
        <p14:creationId xmlns:p14="http://schemas.microsoft.com/office/powerpoint/2010/main" val="19670556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2026-10-05T16:30:15.5530000Z</dcterms:created>
  <dcterms:modified xsi:type="dcterms:W3CDTF">2026-10-05T16:30:15.5530000Z</dcterms:modified>
</coreProperties>
</file>