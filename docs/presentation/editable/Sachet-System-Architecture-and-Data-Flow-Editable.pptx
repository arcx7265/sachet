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1d416d7d64d01" /><Relationship Type="http://schemas.openxmlformats.org/officeDocument/2006/relationships/extended-properties" Target="/docProps/app.xml" Id="R03906c9b44434bc4" /><Relationship Type="http://schemas.openxmlformats.org/officeDocument/2006/relationships/officeDocument" Target="/ppt/presentation.xml" Id="Rb3df9d54030f4c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10892a7e4459a"/>
  </p:sldMasterIdLst>
  <p:notesMasterIdLst>
    <p:notesMasterId xmlns:r="http://schemas.openxmlformats.org/officeDocument/2006/relationships" r:id="R1bf18a2af7e64cd0"/>
  </p:notesMasterIdLst>
  <p:sldIdLst>
    <p:sldId xmlns:r="http://schemas.openxmlformats.org/officeDocument/2006/relationships" id="256" r:id="R2e32b6dfa0dc40b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bc15b0ffc14168" /><Relationship Type="http://schemas.openxmlformats.org/officeDocument/2006/relationships/slideMaster" Target="/ppt/slideMasters/slideMaster1.xml" Id="R02e10892a7e4459a" /><Relationship Type="http://schemas.openxmlformats.org/officeDocument/2006/relationships/notesMaster" Target="/ppt/notesMasters/notesMaster1.xml" Id="R1bf18a2af7e64cd0" /><Relationship Type="http://schemas.openxmlformats.org/officeDocument/2006/relationships/presProps" Target="/ppt/presProps.xml" Id="Rc16b3f53a0ac412d" /><Relationship Type="http://schemas.openxmlformats.org/officeDocument/2006/relationships/tableStyles" Target="/ppt/tableStyles.xml" Id="R9ca234293e794cb3" /><Relationship Type="http://schemas.openxmlformats.org/officeDocument/2006/relationships/slide" Target="/ppt/slides/slide1.xml" Id="R2e32b6dfa0dc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aecf2a6aa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c94cf6c1e46d9" /><Relationship Type="http://schemas.openxmlformats.org/officeDocument/2006/relationships/notesMaster" Target="/ppt/notesMasters/notesMaster1.xml" Id="Rb44c24700873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user supplied System Architecture &amp; Data Flow reference. All text uses Arial. Architecture components and technology icons are editable native vector objects. Logo sources: https://github.com/devicons/devicon/tree/master/icons (React, TypeScript, Python, FastAPI, SQLite); https://github.com/lobehub/lobe-icons/tree/master/packages/static-svg/icons (Groq, Gemini). Reference diagram wording and topology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f894429c2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5993b9a4343f6" /><Relationship Type="http://schemas.openxmlformats.org/officeDocument/2006/relationships/slideLayout" Target="/ppt/slideLayouts/slideLayout1.xml" Id="Rfcceb9025a44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ceb9025a44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7ba5112cb4883" /><Relationship Type="http://schemas.openxmlformats.org/officeDocument/2006/relationships/notesSlide" Target="/ppt/notesSlides/notesSlide1.xml" Id="R0a4256de49a64f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User device boundary">
            <a:extLst xmlns:a="http://schemas.openxmlformats.org/drawingml/2006/main">
              <a:ext uri="{FF2B5EF4-FFF2-40B4-BE49-F238E27FC236}">
                <a16:creationId xmlns:a16="http://schemas.microsoft.com/office/drawing/2014/main" id="{9CBDCEA3-8B7E-4771-B6D7-038A259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47850"/>
            <a:ext cx="3714750" cy="63246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CCE0"/>
            </a:solidFill>
            <a:prstDash val="solid"/>
          </a:ln>
        </p:spPr>
      </p:sp>
      <p:sp>
        <p:nvSpPr>
          <p:cNvPr id="2" name="Sachet backend boundary">
            <a:extLst xmlns:a="http://schemas.openxmlformats.org/drawingml/2006/main">
              <a:ext uri="{FF2B5EF4-FFF2-40B4-BE49-F238E27FC236}">
                <a16:creationId xmlns:a16="http://schemas.microsoft.com/office/drawing/2014/main" id="{7CEA7E16-D3E2-4A4D-BE96-1F0C998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47850"/>
            <a:ext cx="8829675" cy="6324600"/>
          </a:xfrm>
          <a:prstGeom xmlns:a="http://schemas.openxmlformats.org/drawingml/2006/main" prst="roundRect">
            <a:avLst>
              <a:gd name="adj" fmla="val 9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CCE0"/>
            </a:solidFill>
            <a:prstDash val="solid"/>
          </a:ln>
        </p:spPr>
      </p:sp>
      <p:sp>
        <p:nvSpPr>
          <p:cNvPr id="3" name="Optional cloud boundary">
            <a:extLst xmlns:a="http://schemas.openxmlformats.org/drawingml/2006/main">
              <a:ext uri="{FF2B5EF4-FFF2-40B4-BE49-F238E27FC236}">
                <a16:creationId xmlns:a16="http://schemas.microsoft.com/office/drawing/2014/main" id="{62B791B3-E65C-4171-98FA-6946DDC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1847850"/>
            <a:ext cx="2914650" cy="63246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CCE0"/>
            </a:solidFill>
            <a:prstDash val="solid"/>
          </a:ln>
        </p:spPr>
      </p:sp>
      <p:sp>
        <p:nvSpPr>
          <p:cNvPr id="4" name="Selected text submission">
            <a:extLst xmlns:a="http://schemas.openxmlformats.org/drawingml/2006/main">
              <a:ext uri="{FF2B5EF4-FFF2-40B4-BE49-F238E27FC236}">
                <a16:creationId xmlns:a16="http://schemas.microsoft.com/office/drawing/2014/main" id="{9DA0FCC4-7414-4437-A248-AD2670DC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29000"/>
            <a:ext cx="9525" cy="2324100"/>
          </a:xfrm>
          <a:custGeom xmlns:a="http://schemas.openxmlformats.org/drawingml/2006/main">
            <a:pathLst>
              <a:path w="9525" h="2324100">
                <a:moveTo>
                  <a:pt x="0" y="0"/>
                </a:moveTo>
                <a:lnTo>
                  <a:pt x="0" y="2324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5" name="Selected text submission arrowhead">
            <a:extLst xmlns:a="http://schemas.openxmlformats.org/drawingml/2006/main">
              <a:ext uri="{FF2B5EF4-FFF2-40B4-BE49-F238E27FC236}">
                <a16:creationId xmlns:a16="http://schemas.microsoft.com/office/drawing/2014/main" id="{212917FE-7546-437B-A356-C3570BC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0"/>
                </a:moveTo>
                <a:lnTo>
                  <a:pt x="85725" y="1524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6" name="Screenshot to OCR">
            <a:extLst xmlns:a="http://schemas.openxmlformats.org/drawingml/2006/main">
              <a:ext uri="{FF2B5EF4-FFF2-40B4-BE49-F238E27FC236}">
                <a16:creationId xmlns:a16="http://schemas.microsoft.com/office/drawing/2014/main" id="{E3822841-3543-4107-BA46-691BED5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29000"/>
            <a:ext cx="9525" cy="1057275"/>
          </a:xfrm>
          <a:custGeom xmlns:a="http://schemas.openxmlformats.org/drawingml/2006/main">
            <a:pathLst>
              <a:path w="9525" h="1057275">
                <a:moveTo>
                  <a:pt x="0" y="0"/>
                </a:moveTo>
                <a:lnTo>
                  <a:pt x="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7" name="Screenshot to OCR arrowhead">
            <a:extLst xmlns:a="http://schemas.openxmlformats.org/drawingml/2006/main">
              <a:ext uri="{FF2B5EF4-FFF2-40B4-BE49-F238E27FC236}">
                <a16:creationId xmlns:a16="http://schemas.microsoft.com/office/drawing/2014/main" id="{DFFB9640-E577-448B-939D-3F6892F5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333875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0"/>
                </a:moveTo>
                <a:lnTo>
                  <a:pt x="85725" y="1524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8" name="OCR text to preview">
            <a:extLst xmlns:a="http://schemas.openxmlformats.org/drawingml/2006/main">
              <a:ext uri="{FF2B5EF4-FFF2-40B4-BE49-F238E27FC236}">
                <a16:creationId xmlns:a16="http://schemas.microsoft.com/office/drawing/2014/main" id="{69D463DB-0921-4D7F-B729-5FE277A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95900"/>
            <a:ext cx="9525" cy="457200"/>
          </a:xfrm>
          <a:custGeom xmlns:a="http://schemas.openxmlformats.org/drawingml/2006/main"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9" name="OCR text to preview arrowhead">
            <a:extLst xmlns:a="http://schemas.openxmlformats.org/drawingml/2006/main">
              <a:ext uri="{FF2B5EF4-FFF2-40B4-BE49-F238E27FC236}">
                <a16:creationId xmlns:a16="http://schemas.microsoft.com/office/drawing/2014/main" id="{B8422F6D-1E58-43D0-A6C8-9299DEF2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600700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0"/>
                </a:moveTo>
                <a:lnTo>
                  <a:pt x="85725" y="1524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10" name="Preview submission to API">
            <a:extLst xmlns:a="http://schemas.openxmlformats.org/drawingml/2006/main">
              <a:ext uri="{FF2B5EF4-FFF2-40B4-BE49-F238E27FC236}">
                <a16:creationId xmlns:a16="http://schemas.microsoft.com/office/drawing/2014/main" id="{7C93C520-D5D1-4471-A693-115225C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781425"/>
            <a:ext cx="819150" cy="2276475"/>
          </a:xfrm>
          <a:custGeom xmlns:a="http://schemas.openxmlformats.org/drawingml/2006/main">
            <a:pathLst>
              <a:path w="819150" h="2276475">
                <a:moveTo>
                  <a:pt x="0" y="2276475"/>
                </a:moveTo>
                <a:lnTo>
                  <a:pt x="552450" y="2276475"/>
                </a:lnTo>
                <a:lnTo>
                  <a:pt x="552450" y="0"/>
                </a:ln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11" name="Preview submission to API arrowhead">
            <a:extLst xmlns:a="http://schemas.openxmlformats.org/drawingml/2006/main">
              <a:ext uri="{FF2B5EF4-FFF2-40B4-BE49-F238E27FC236}">
                <a16:creationId xmlns:a16="http://schemas.microsoft.com/office/drawing/2014/main" id="{190BB0FC-7DF7-4ACF-8CA1-98E0A4A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95700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12" name="API to case management">
            <a:extLst xmlns:a="http://schemas.openxmlformats.org/drawingml/2006/main">
              <a:ext uri="{FF2B5EF4-FFF2-40B4-BE49-F238E27FC236}">
                <a16:creationId xmlns:a16="http://schemas.microsoft.com/office/drawing/2014/main" id="{3A097338-95B7-4526-9804-0EC1723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81425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13" name="API to case management arrowhead">
            <a:extLst xmlns:a="http://schemas.openxmlformats.org/drawingml/2006/main">
              <a:ext uri="{FF2B5EF4-FFF2-40B4-BE49-F238E27FC236}">
                <a16:creationId xmlns:a16="http://schemas.microsoft.com/office/drawing/2014/main" id="{012F2B00-4CF0-4E1B-AA9C-DEEE746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95700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14" name="Case management to detection">
            <a:extLst xmlns:a="http://schemas.openxmlformats.org/drawingml/2006/main">
              <a:ext uri="{FF2B5EF4-FFF2-40B4-BE49-F238E27FC236}">
                <a16:creationId xmlns:a16="http://schemas.microsoft.com/office/drawing/2014/main" id="{334716D1-294D-43D7-9BCC-D9AE664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81425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15" name="Case management to detection arrowhead">
            <a:extLst xmlns:a="http://schemas.openxmlformats.org/drawingml/2006/main">
              <a:ext uri="{FF2B5EF4-FFF2-40B4-BE49-F238E27FC236}">
                <a16:creationId xmlns:a16="http://schemas.microsoft.com/office/drawing/2014/main" id="{47C61F73-0D31-4557-A3D7-67F5C13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95700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16" name="Detection to cloud request gate">
            <a:extLst xmlns:a="http://schemas.openxmlformats.org/drawingml/2006/main">
              <a:ext uri="{FF2B5EF4-FFF2-40B4-BE49-F238E27FC236}">
                <a16:creationId xmlns:a16="http://schemas.microsoft.com/office/drawing/2014/main" id="{F2B10A08-34E2-4B08-B450-4EE51B8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81425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dash"/>
          </a:ln>
        </p:spPr>
      </p:sp>
      <p:sp>
        <p:nvSpPr>
          <p:cNvPr id="17" name="Detection to cloud request gate arrowhead">
            <a:extLst xmlns:a="http://schemas.openxmlformats.org/drawingml/2006/main">
              <a:ext uri="{FF2B5EF4-FFF2-40B4-BE49-F238E27FC236}">
                <a16:creationId xmlns:a16="http://schemas.microsoft.com/office/drawing/2014/main" id="{284B12B4-05FF-4FE1-A95F-8C24D0D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95700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18" name="Permitted cloud text">
            <a:extLst xmlns:a="http://schemas.openxmlformats.org/drawingml/2006/main">
              <a:ext uri="{FF2B5EF4-FFF2-40B4-BE49-F238E27FC236}">
                <a16:creationId xmlns:a16="http://schemas.microsoft.com/office/drawing/2014/main" id="{B78D0E21-B3D9-4A6F-A8AA-1E6C5E1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743325"/>
            <a:ext cx="1390650" cy="9525"/>
          </a:xfrm>
          <a:custGeom xmlns:a="http://schemas.openxmlformats.org/drawingml/2006/main">
            <a:pathLst>
              <a:path w="1390650" h="9525">
                <a:moveTo>
                  <a:pt x="0" y="0"/>
                </a:moveTo>
                <a:lnTo>
                  <a:pt x="139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dash"/>
          </a:ln>
        </p:spPr>
      </p:sp>
      <p:sp>
        <p:nvSpPr>
          <p:cNvPr id="19" name="Permitted cloud text arrowhead">
            <a:extLst xmlns:a="http://schemas.openxmlformats.org/drawingml/2006/main">
              <a:ext uri="{FF2B5EF4-FFF2-40B4-BE49-F238E27FC236}">
                <a16:creationId xmlns:a16="http://schemas.microsoft.com/office/drawing/2014/main" id="{1214B95E-4C82-4E5B-93BD-F90A9E0D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657600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0" name="Cloud proposal return">
            <a:extLst xmlns:a="http://schemas.openxmlformats.org/drawingml/2006/main">
              <a:ext uri="{FF2B5EF4-FFF2-40B4-BE49-F238E27FC236}">
                <a16:creationId xmlns:a16="http://schemas.microsoft.com/office/drawing/2014/main" id="{C52E3CD5-1107-4A2C-B487-89FD6821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476750"/>
            <a:ext cx="1819275" cy="1657350"/>
          </a:xfrm>
          <a:custGeom xmlns:a="http://schemas.openxmlformats.org/drawingml/2006/main">
            <a:pathLst>
              <a:path w="1819275" h="1657350">
                <a:moveTo>
                  <a:pt x="1819275" y="0"/>
                </a:moveTo>
                <a:lnTo>
                  <a:pt x="1819275" y="1657350"/>
                </a:lnTo>
                <a:lnTo>
                  <a:pt x="0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dash"/>
          </a:ln>
        </p:spPr>
      </p:sp>
      <p:sp>
        <p:nvSpPr>
          <p:cNvPr id="21" name="Cloud proposal return arrowhead">
            <a:extLst xmlns:a="http://schemas.openxmlformats.org/drawingml/2006/main">
              <a:ext uri="{FF2B5EF4-FFF2-40B4-BE49-F238E27FC236}">
                <a16:creationId xmlns:a16="http://schemas.microsoft.com/office/drawing/2014/main" id="{1631EF29-D2EA-4F03-9214-4BBD9431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6048375"/>
            <a:ext cx="152400" cy="171450"/>
          </a:xfrm>
          <a:custGeom xmlns:a="http://schemas.openxmlformats.org/drawingml/2006/main">
            <a:pathLst>
              <a:path w="152400" h="171450">
                <a:moveTo>
                  <a:pt x="152400" y="0"/>
                </a:moveTo>
                <a:lnTo>
                  <a:pt x="0" y="85725"/>
                </a:lnTo>
                <a:lnTo>
                  <a:pt x="15240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2" name="Validated response to assessment">
            <a:extLst xmlns:a="http://schemas.openxmlformats.org/drawingml/2006/main">
              <a:ext uri="{FF2B5EF4-FFF2-40B4-BE49-F238E27FC236}">
                <a16:creationId xmlns:a16="http://schemas.microsoft.com/office/drawing/2014/main" id="{B59F1DB1-5CB1-449F-B315-F42F806E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096000"/>
            <a:ext cx="352425" cy="9525"/>
          </a:xfrm>
          <a:custGeom xmlns:a="http://schemas.openxmlformats.org/drawingml/2006/main">
            <a:pathLst>
              <a:path w="352425" h="9525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23" name="Validated response to assessment arrowhead">
            <a:extLst xmlns:a="http://schemas.openxmlformats.org/drawingml/2006/main">
              <a:ext uri="{FF2B5EF4-FFF2-40B4-BE49-F238E27FC236}">
                <a16:creationId xmlns:a16="http://schemas.microsoft.com/office/drawing/2014/main" id="{81D4CC20-28BB-45CB-AA71-E1CCD02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010275"/>
            <a:ext cx="152400" cy="171450"/>
          </a:xfrm>
          <a:custGeom xmlns:a="http://schemas.openxmlformats.org/drawingml/2006/main">
            <a:pathLst>
              <a:path w="152400" h="171450">
                <a:moveTo>
                  <a:pt x="152400" y="0"/>
                </a:moveTo>
                <a:lnTo>
                  <a:pt x="0" y="85725"/>
                </a:lnTo>
                <a:lnTo>
                  <a:pt x="15240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4" name="Detection to assessment">
            <a:extLst xmlns:a="http://schemas.openxmlformats.org/drawingml/2006/main">
              <a:ext uri="{FF2B5EF4-FFF2-40B4-BE49-F238E27FC236}">
                <a16:creationId xmlns:a16="http://schemas.microsoft.com/office/drawing/2014/main" id="{5FE95E22-F9B9-4C29-B659-5EBC32A2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81500"/>
            <a:ext cx="9525" cy="1171575"/>
          </a:xfrm>
          <a:custGeom xmlns:a="http://schemas.openxmlformats.org/drawingml/2006/main">
            <a:pathLst>
              <a:path w="9525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25" name="Detection to assessment arrowhead">
            <a:extLst xmlns:a="http://schemas.openxmlformats.org/drawingml/2006/main">
              <a:ext uri="{FF2B5EF4-FFF2-40B4-BE49-F238E27FC236}">
                <a16:creationId xmlns:a16="http://schemas.microsoft.com/office/drawing/2014/main" id="{6C41396C-91F9-4F2C-86C9-96A56F9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00675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0"/>
                </a:moveTo>
                <a:lnTo>
                  <a:pt x="85725" y="1524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6" name="Case write to storage">
            <a:extLst xmlns:a="http://schemas.openxmlformats.org/drawingml/2006/main">
              <a:ext uri="{FF2B5EF4-FFF2-40B4-BE49-F238E27FC236}">
                <a16:creationId xmlns:a16="http://schemas.microsoft.com/office/drawing/2014/main" id="{944F1930-903D-4A24-828C-3C0B0195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91025"/>
            <a:ext cx="9525" cy="1162050"/>
          </a:xfrm>
          <a:custGeom xmlns:a="http://schemas.openxmlformats.org/drawingml/2006/main"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27" name="Case write to storage arrowhead">
            <a:extLst xmlns:a="http://schemas.openxmlformats.org/drawingml/2006/main">
              <a:ext uri="{FF2B5EF4-FFF2-40B4-BE49-F238E27FC236}">
                <a16:creationId xmlns:a16="http://schemas.microsoft.com/office/drawing/2014/main" id="{B87CA765-3E59-499E-A99F-E81B936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400675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0"/>
                </a:moveTo>
                <a:lnTo>
                  <a:pt x="85725" y="152400"/>
                </a:lnTo>
                <a:lnTo>
                  <a:pt x="171450" y="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8" name="Case history read arrowhead">
            <a:extLst xmlns:a="http://schemas.openxmlformats.org/drawingml/2006/main">
              <a:ext uri="{FF2B5EF4-FFF2-40B4-BE49-F238E27FC236}">
                <a16:creationId xmlns:a16="http://schemas.microsoft.com/office/drawing/2014/main" id="{46A989C6-1A5B-4D3D-B3C7-CDB86744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91025"/>
            <a:ext cx="171450" cy="152400"/>
          </a:xfrm>
          <a:custGeom xmlns:a="http://schemas.openxmlformats.org/drawingml/2006/main">
            <a:pathLst>
              <a:path w="171450" h="152400">
                <a:moveTo>
                  <a:pt x="0" y="152400"/>
                </a:moveTo>
                <a:lnTo>
                  <a:pt x="85725" y="0"/>
                </a:lnTo>
                <a:lnTo>
                  <a:pt x="171450" y="15240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9" name="Assessment return path">
            <a:extLst xmlns:a="http://schemas.openxmlformats.org/drawingml/2006/main">
              <a:ext uri="{FF2B5EF4-FFF2-40B4-BE49-F238E27FC236}">
                <a16:creationId xmlns:a16="http://schemas.microsoft.com/office/drawing/2014/main" id="{5F043F08-D032-48CB-A0E8-357F4E09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028950"/>
            <a:ext cx="8963025" cy="4838700"/>
          </a:xfrm>
          <a:custGeom xmlns:a="http://schemas.openxmlformats.org/drawingml/2006/main">
            <a:pathLst>
              <a:path w="8963025" h="4838700">
                <a:moveTo>
                  <a:pt x="8963025" y="3609975"/>
                </a:moveTo>
                <a:lnTo>
                  <a:pt x="8963025" y="4838700"/>
                </a:lnTo>
                <a:lnTo>
                  <a:pt x="0" y="4838700"/>
                </a:lnTo>
                <a:lnTo>
                  <a:pt x="0" y="0"/>
                </a:ln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500"/>
            </a:solidFill>
            <a:prstDash val="solid"/>
          </a:ln>
        </p:spPr>
      </p:sp>
      <p:sp>
        <p:nvSpPr>
          <p:cNvPr id="30" name="Assessment return path arrowhead">
            <a:extLst xmlns:a="http://schemas.openxmlformats.org/drawingml/2006/main">
              <a:ext uri="{FF2B5EF4-FFF2-40B4-BE49-F238E27FC236}">
                <a16:creationId xmlns:a16="http://schemas.microsoft.com/office/drawing/2014/main" id="{1C7EB877-330B-4B5D-8F46-2263613B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943225"/>
            <a:ext cx="152400" cy="171450"/>
          </a:xfrm>
          <a:custGeom xmlns:a="http://schemas.openxmlformats.org/drawingml/2006/main">
            <a:pathLst>
              <a:path w="152400" h="171450">
                <a:moveTo>
                  <a:pt x="0" y="0"/>
                </a:moveTo>
                <a:lnTo>
                  <a:pt x="152400" y="85725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31" name="Web interface">
            <a:extLst xmlns:a="http://schemas.openxmlformats.org/drawingml/2006/main">
              <a:ext uri="{FF2B5EF4-FFF2-40B4-BE49-F238E27FC236}">
                <a16:creationId xmlns:a16="http://schemas.microsoft.com/office/drawing/2014/main" id="{E9D285FE-A017-49A9-8ED0-3885ECF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31051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2" name="Local text extraction">
            <a:extLst xmlns:a="http://schemas.openxmlformats.org/drawingml/2006/main">
              <a:ext uri="{FF2B5EF4-FFF2-40B4-BE49-F238E27FC236}">
                <a16:creationId xmlns:a16="http://schemas.microsoft.com/office/drawing/2014/main" id="{A75A141B-4292-489B-B349-7D38EAC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86275"/>
            <a:ext cx="2162175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3" name="Preview and submit">
            <a:extLst xmlns:a="http://schemas.openxmlformats.org/drawingml/2006/main">
              <a:ext uri="{FF2B5EF4-FFF2-40B4-BE49-F238E27FC236}">
                <a16:creationId xmlns:a16="http://schemas.microsoft.com/office/drawing/2014/main" id="{0CE349A7-A903-43FC-B804-5970361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2800350" cy="8286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4" name="FastAPI entry">
            <a:extLst xmlns:a="http://schemas.openxmlformats.org/drawingml/2006/main">
              <a:ext uri="{FF2B5EF4-FFF2-40B4-BE49-F238E27FC236}">
                <a16:creationId xmlns:a16="http://schemas.microsoft.com/office/drawing/2014/main" id="{CE23F1C8-DE81-4722-B6CC-8A281BE7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28975"/>
            <a:ext cx="1457325" cy="115252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5" name="Case management">
            <a:extLst xmlns:a="http://schemas.openxmlformats.org/drawingml/2006/main">
              <a:ext uri="{FF2B5EF4-FFF2-40B4-BE49-F238E27FC236}">
                <a16:creationId xmlns:a16="http://schemas.microsoft.com/office/drawing/2014/main" id="{4255A6BF-E09E-42A3-AA74-816CE34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28975"/>
            <a:ext cx="1781175" cy="115252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6" name="Detection engine">
            <a:extLst xmlns:a="http://schemas.openxmlformats.org/drawingml/2006/main">
              <a:ext uri="{FF2B5EF4-FFF2-40B4-BE49-F238E27FC236}">
                <a16:creationId xmlns:a16="http://schemas.microsoft.com/office/drawing/2014/main" id="{4FA89A16-3D1D-408C-86D2-2169512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28975"/>
            <a:ext cx="1676400" cy="115252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7" name="Before sending">
            <a:extLst xmlns:a="http://schemas.openxmlformats.org/drawingml/2006/main">
              <a:ext uri="{FF2B5EF4-FFF2-40B4-BE49-F238E27FC236}">
                <a16:creationId xmlns:a16="http://schemas.microsoft.com/office/drawing/2014/main" id="{CE7782AC-F57B-47B0-AD34-C18305B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228975"/>
            <a:ext cx="1838325" cy="1152525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8" name="SQLite case storage">
            <a:extLst xmlns:a="http://schemas.openxmlformats.org/drawingml/2006/main">
              <a:ext uri="{FF2B5EF4-FFF2-40B4-BE49-F238E27FC236}">
                <a16:creationId xmlns:a16="http://schemas.microsoft.com/office/drawing/2014/main" id="{1E3BE044-C085-44F4-9750-7A871C2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53075"/>
            <a:ext cx="2752725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39" name="Assessment response">
            <a:extLst xmlns:a="http://schemas.openxmlformats.org/drawingml/2006/main">
              <a:ext uri="{FF2B5EF4-FFF2-40B4-BE49-F238E27FC236}">
                <a16:creationId xmlns:a16="http://schemas.microsoft.com/office/drawing/2014/main" id="{D1894CC9-CE6D-4CB3-9E0F-11E16A63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553075"/>
            <a:ext cx="220980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40" name="After receiving">
            <a:extLst xmlns:a="http://schemas.openxmlformats.org/drawingml/2006/main">
              <a:ext uri="{FF2B5EF4-FFF2-40B4-BE49-F238E27FC236}">
                <a16:creationId xmlns:a16="http://schemas.microsoft.com/office/drawing/2014/main" id="{F68251F9-D829-4D8E-A1C2-4654AEB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53075"/>
            <a:ext cx="1971675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41" name="Optional model API">
            <a:extLst xmlns:a="http://schemas.openxmlformats.org/drawingml/2006/main">
              <a:ext uri="{FF2B5EF4-FFF2-40B4-BE49-F238E27FC236}">
                <a16:creationId xmlns:a16="http://schemas.microsoft.com/office/drawing/2014/main" id="{744056A4-CD28-405D-BB19-A34A3DE3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857500"/>
            <a:ext cx="2257425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EACCE"/>
            </a:solidFill>
            <a:prstDash val="solid"/>
          </a:ln>
        </p:spPr>
      </p:sp>
      <p:sp>
        <p:nvSpPr>
          <p:cNvPr id="42" name="react vector 1">
            <a:extLst xmlns:a="http://schemas.openxmlformats.org/drawingml/2006/main">
              <a:ext uri="{FF2B5EF4-FFF2-40B4-BE49-F238E27FC236}">
                <a16:creationId xmlns:a16="http://schemas.microsoft.com/office/drawing/2014/main" id="{B52A7608-53B6-494E-A867-7C3B5543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476250" cy="466725"/>
          </a:xfrm>
          <a:custGeom xmlns:a="http://schemas.openxmlformats.org/drawingml/2006/main">
            <a:pathLst>
              <a:path w="1219200" h="1219200">
                <a:moveTo>
                  <a:pt x="1022033" y="430530"/>
                </a:moveTo>
                <a:lnTo>
                  <a:pt x="1018092" y="429101"/>
                </a:lnTo>
                <a:lnTo>
                  <a:pt x="1014130" y="427674"/>
                </a:lnTo>
                <a:lnTo>
                  <a:pt x="1010145" y="426250"/>
                </a:lnTo>
                <a:lnTo>
                  <a:pt x="1006138" y="424830"/>
                </a:lnTo>
                <a:lnTo>
                  <a:pt x="1002108" y="423415"/>
                </a:lnTo>
                <a:lnTo>
                  <a:pt x="998056" y="422008"/>
                </a:lnTo>
                <a:lnTo>
                  <a:pt x="993982" y="420609"/>
                </a:lnTo>
                <a:lnTo>
                  <a:pt x="989886" y="419219"/>
                </a:lnTo>
                <a:lnTo>
                  <a:pt x="985767" y="417841"/>
                </a:lnTo>
                <a:lnTo>
                  <a:pt x="981626" y="416475"/>
                </a:lnTo>
                <a:lnTo>
                  <a:pt x="977462" y="415123"/>
                </a:lnTo>
                <a:lnTo>
                  <a:pt x="973276" y="413787"/>
                </a:lnTo>
                <a:lnTo>
                  <a:pt x="969068" y="412467"/>
                </a:lnTo>
                <a:lnTo>
                  <a:pt x="964838" y="411166"/>
                </a:lnTo>
                <a:lnTo>
                  <a:pt x="960585" y="409884"/>
                </a:lnTo>
                <a:lnTo>
                  <a:pt x="956310" y="408623"/>
                </a:lnTo>
                <a:lnTo>
                  <a:pt x="957370" y="404336"/>
                </a:lnTo>
                <a:lnTo>
                  <a:pt x="958408" y="400052"/>
                </a:lnTo>
                <a:lnTo>
                  <a:pt x="959424" y="395770"/>
                </a:lnTo>
                <a:lnTo>
                  <a:pt x="960418" y="391492"/>
                </a:lnTo>
                <a:lnTo>
                  <a:pt x="961389" y="387220"/>
                </a:lnTo>
                <a:lnTo>
                  <a:pt x="962338" y="382955"/>
                </a:lnTo>
                <a:lnTo>
                  <a:pt x="963264" y="378699"/>
                </a:lnTo>
                <a:lnTo>
                  <a:pt x="964168" y="374452"/>
                </a:lnTo>
                <a:lnTo>
                  <a:pt x="965050" y="370216"/>
                </a:lnTo>
                <a:lnTo>
                  <a:pt x="965909" y="365993"/>
                </a:lnTo>
                <a:lnTo>
                  <a:pt x="966747" y="361783"/>
                </a:lnTo>
                <a:lnTo>
                  <a:pt x="967561" y="357589"/>
                </a:lnTo>
                <a:lnTo>
                  <a:pt x="968354" y="353412"/>
                </a:lnTo>
                <a:lnTo>
                  <a:pt x="969124" y="349253"/>
                </a:lnTo>
                <a:lnTo>
                  <a:pt x="969872" y="345114"/>
                </a:lnTo>
                <a:lnTo>
                  <a:pt x="970597" y="340995"/>
                </a:lnTo>
                <a:lnTo>
                  <a:pt x="973858" y="317860"/>
                </a:lnTo>
                <a:lnTo>
                  <a:pt x="976139" y="295621"/>
                </a:lnTo>
                <a:lnTo>
                  <a:pt x="977448" y="274303"/>
                </a:lnTo>
                <a:lnTo>
                  <a:pt x="977786" y="253931"/>
                </a:lnTo>
                <a:lnTo>
                  <a:pt x="977159" y="234529"/>
                </a:lnTo>
                <a:lnTo>
                  <a:pt x="975570" y="216124"/>
                </a:lnTo>
                <a:lnTo>
                  <a:pt x="973025" y="198741"/>
                </a:lnTo>
                <a:lnTo>
                  <a:pt x="969526" y="182404"/>
                </a:lnTo>
                <a:lnTo>
                  <a:pt x="965079" y="167138"/>
                </a:lnTo>
                <a:lnTo>
                  <a:pt x="959687" y="152969"/>
                </a:lnTo>
                <a:lnTo>
                  <a:pt x="953354" y="139922"/>
                </a:lnTo>
                <a:lnTo>
                  <a:pt x="946086" y="128022"/>
                </a:lnTo>
                <a:lnTo>
                  <a:pt x="937885" y="117294"/>
                </a:lnTo>
                <a:lnTo>
                  <a:pt x="928756" y="107763"/>
                </a:lnTo>
                <a:lnTo>
                  <a:pt x="918704" y="99454"/>
                </a:lnTo>
                <a:lnTo>
                  <a:pt x="907733" y="92393"/>
                </a:lnTo>
                <a:lnTo>
                  <a:pt x="904317" y="90495"/>
                </a:lnTo>
                <a:lnTo>
                  <a:pt x="900855" y="88729"/>
                </a:lnTo>
                <a:lnTo>
                  <a:pt x="897345" y="87095"/>
                </a:lnTo>
                <a:lnTo>
                  <a:pt x="893787" y="85591"/>
                </a:lnTo>
                <a:lnTo>
                  <a:pt x="890179" y="84215"/>
                </a:lnTo>
                <a:lnTo>
                  <a:pt x="886519" y="82966"/>
                </a:lnTo>
                <a:lnTo>
                  <a:pt x="882806" y="81843"/>
                </a:lnTo>
                <a:lnTo>
                  <a:pt x="879038" y="80843"/>
                </a:lnTo>
                <a:lnTo>
                  <a:pt x="875215" y="79967"/>
                </a:lnTo>
                <a:lnTo>
                  <a:pt x="871335" y="79212"/>
                </a:lnTo>
                <a:lnTo>
                  <a:pt x="867396" y="78577"/>
                </a:lnTo>
                <a:lnTo>
                  <a:pt x="863397" y="78060"/>
                </a:lnTo>
                <a:lnTo>
                  <a:pt x="859336" y="77661"/>
                </a:lnTo>
                <a:lnTo>
                  <a:pt x="855213" y="77378"/>
                </a:lnTo>
                <a:lnTo>
                  <a:pt x="851025" y="77209"/>
                </a:lnTo>
                <a:lnTo>
                  <a:pt x="846772" y="77153"/>
                </a:lnTo>
                <a:lnTo>
                  <a:pt x="834063" y="77729"/>
                </a:lnTo>
                <a:lnTo>
                  <a:pt x="820955" y="79443"/>
                </a:lnTo>
                <a:lnTo>
                  <a:pt x="807472" y="82270"/>
                </a:lnTo>
                <a:lnTo>
                  <a:pt x="793641" y="86186"/>
                </a:lnTo>
                <a:lnTo>
                  <a:pt x="779486" y="91169"/>
                </a:lnTo>
                <a:lnTo>
                  <a:pt x="765032" y="97194"/>
                </a:lnTo>
                <a:lnTo>
                  <a:pt x="750305" y="104238"/>
                </a:lnTo>
                <a:lnTo>
                  <a:pt x="735330" y="112276"/>
                </a:lnTo>
                <a:lnTo>
                  <a:pt x="720131" y="121285"/>
                </a:lnTo>
                <a:lnTo>
                  <a:pt x="704735" y="131242"/>
                </a:lnTo>
                <a:lnTo>
                  <a:pt x="689165" y="142123"/>
                </a:lnTo>
                <a:lnTo>
                  <a:pt x="673447" y="153903"/>
                </a:lnTo>
                <a:lnTo>
                  <a:pt x="657607" y="166560"/>
                </a:lnTo>
                <a:lnTo>
                  <a:pt x="641669" y="180069"/>
                </a:lnTo>
                <a:lnTo>
                  <a:pt x="625658" y="194407"/>
                </a:lnTo>
                <a:lnTo>
                  <a:pt x="609600" y="209550"/>
                </a:lnTo>
                <a:lnTo>
                  <a:pt x="593542" y="194407"/>
                </a:lnTo>
                <a:lnTo>
                  <a:pt x="577531" y="180069"/>
                </a:lnTo>
                <a:lnTo>
                  <a:pt x="561593" y="166560"/>
                </a:lnTo>
                <a:lnTo>
                  <a:pt x="545753" y="153903"/>
                </a:lnTo>
                <a:lnTo>
                  <a:pt x="530035" y="142123"/>
                </a:lnTo>
                <a:lnTo>
                  <a:pt x="514465" y="131242"/>
                </a:lnTo>
                <a:lnTo>
                  <a:pt x="499069" y="121285"/>
                </a:lnTo>
                <a:lnTo>
                  <a:pt x="483870" y="112276"/>
                </a:lnTo>
                <a:lnTo>
                  <a:pt x="468895" y="104238"/>
                </a:lnTo>
                <a:lnTo>
                  <a:pt x="454168" y="97194"/>
                </a:lnTo>
                <a:lnTo>
                  <a:pt x="439714" y="91169"/>
                </a:lnTo>
                <a:lnTo>
                  <a:pt x="425559" y="86186"/>
                </a:lnTo>
                <a:lnTo>
                  <a:pt x="411728" y="82270"/>
                </a:lnTo>
                <a:lnTo>
                  <a:pt x="398245" y="79443"/>
                </a:lnTo>
                <a:lnTo>
                  <a:pt x="385137" y="77729"/>
                </a:lnTo>
                <a:lnTo>
                  <a:pt x="372427" y="77153"/>
                </a:lnTo>
                <a:lnTo>
                  <a:pt x="368175" y="77209"/>
                </a:lnTo>
                <a:lnTo>
                  <a:pt x="363987" y="77378"/>
                </a:lnTo>
                <a:lnTo>
                  <a:pt x="359864" y="77661"/>
                </a:lnTo>
                <a:lnTo>
                  <a:pt x="355803" y="78060"/>
                </a:lnTo>
                <a:lnTo>
                  <a:pt x="351804" y="78577"/>
                </a:lnTo>
                <a:lnTo>
                  <a:pt x="347865" y="79212"/>
                </a:lnTo>
                <a:lnTo>
                  <a:pt x="343985" y="79967"/>
                </a:lnTo>
                <a:lnTo>
                  <a:pt x="340162" y="80843"/>
                </a:lnTo>
                <a:lnTo>
                  <a:pt x="336394" y="81843"/>
                </a:lnTo>
                <a:lnTo>
                  <a:pt x="332681" y="82966"/>
                </a:lnTo>
                <a:lnTo>
                  <a:pt x="329021" y="84215"/>
                </a:lnTo>
                <a:lnTo>
                  <a:pt x="325413" y="85591"/>
                </a:lnTo>
                <a:lnTo>
                  <a:pt x="321855" y="87095"/>
                </a:lnTo>
                <a:lnTo>
                  <a:pt x="318345" y="88729"/>
                </a:lnTo>
                <a:lnTo>
                  <a:pt x="314883" y="90495"/>
                </a:lnTo>
                <a:lnTo>
                  <a:pt x="311467" y="92393"/>
                </a:lnTo>
                <a:lnTo>
                  <a:pt x="300496" y="99621"/>
                </a:lnTo>
                <a:lnTo>
                  <a:pt x="290444" y="108075"/>
                </a:lnTo>
                <a:lnTo>
                  <a:pt x="281315" y="117729"/>
                </a:lnTo>
                <a:lnTo>
                  <a:pt x="273114" y="128558"/>
                </a:lnTo>
                <a:lnTo>
                  <a:pt x="265846" y="140536"/>
                </a:lnTo>
                <a:lnTo>
                  <a:pt x="259513" y="153639"/>
                </a:lnTo>
                <a:lnTo>
                  <a:pt x="254121" y="167841"/>
                </a:lnTo>
                <a:lnTo>
                  <a:pt x="249674" y="183118"/>
                </a:lnTo>
                <a:lnTo>
                  <a:pt x="246175" y="199444"/>
                </a:lnTo>
                <a:lnTo>
                  <a:pt x="243630" y="216794"/>
                </a:lnTo>
                <a:lnTo>
                  <a:pt x="242041" y="235143"/>
                </a:lnTo>
                <a:lnTo>
                  <a:pt x="241414" y="254466"/>
                </a:lnTo>
                <a:lnTo>
                  <a:pt x="241752" y="274738"/>
                </a:lnTo>
                <a:lnTo>
                  <a:pt x="243061" y="295934"/>
                </a:lnTo>
                <a:lnTo>
                  <a:pt x="245342" y="318028"/>
                </a:lnTo>
                <a:lnTo>
                  <a:pt x="248602" y="340995"/>
                </a:lnTo>
                <a:lnTo>
                  <a:pt x="249328" y="345114"/>
                </a:lnTo>
                <a:lnTo>
                  <a:pt x="250076" y="349253"/>
                </a:lnTo>
                <a:lnTo>
                  <a:pt x="250846" y="353412"/>
                </a:lnTo>
                <a:lnTo>
                  <a:pt x="251639" y="357589"/>
                </a:lnTo>
                <a:lnTo>
                  <a:pt x="252453" y="361783"/>
                </a:lnTo>
                <a:lnTo>
                  <a:pt x="253291" y="365993"/>
                </a:lnTo>
                <a:lnTo>
                  <a:pt x="254150" y="370216"/>
                </a:lnTo>
                <a:lnTo>
                  <a:pt x="255032" y="374452"/>
                </a:lnTo>
                <a:lnTo>
                  <a:pt x="255936" y="378699"/>
                </a:lnTo>
                <a:lnTo>
                  <a:pt x="256862" y="382955"/>
                </a:lnTo>
                <a:lnTo>
                  <a:pt x="257811" y="387220"/>
                </a:lnTo>
                <a:lnTo>
                  <a:pt x="258782" y="391492"/>
                </a:lnTo>
                <a:lnTo>
                  <a:pt x="259776" y="395770"/>
                </a:lnTo>
                <a:lnTo>
                  <a:pt x="260792" y="400052"/>
                </a:lnTo>
                <a:lnTo>
                  <a:pt x="261830" y="404336"/>
                </a:lnTo>
                <a:lnTo>
                  <a:pt x="262890" y="408623"/>
                </a:lnTo>
                <a:lnTo>
                  <a:pt x="258615" y="409873"/>
                </a:lnTo>
                <a:lnTo>
                  <a:pt x="254362" y="411127"/>
                </a:lnTo>
                <a:lnTo>
                  <a:pt x="250132" y="412386"/>
                </a:lnTo>
                <a:lnTo>
                  <a:pt x="245924" y="413653"/>
                </a:lnTo>
                <a:lnTo>
                  <a:pt x="241738" y="414931"/>
                </a:lnTo>
                <a:lnTo>
                  <a:pt x="237574" y="416224"/>
                </a:lnTo>
                <a:lnTo>
                  <a:pt x="233433" y="417533"/>
                </a:lnTo>
                <a:lnTo>
                  <a:pt x="229314" y="418862"/>
                </a:lnTo>
                <a:lnTo>
                  <a:pt x="225218" y="420213"/>
                </a:lnTo>
                <a:lnTo>
                  <a:pt x="221144" y="421589"/>
                </a:lnTo>
                <a:lnTo>
                  <a:pt x="217092" y="422993"/>
                </a:lnTo>
                <a:lnTo>
                  <a:pt x="213062" y="424428"/>
                </a:lnTo>
                <a:lnTo>
                  <a:pt x="209055" y="425896"/>
                </a:lnTo>
                <a:lnTo>
                  <a:pt x="205070" y="427401"/>
                </a:lnTo>
                <a:lnTo>
                  <a:pt x="201108" y="428945"/>
                </a:lnTo>
                <a:lnTo>
                  <a:pt x="197167" y="430530"/>
                </a:lnTo>
                <a:lnTo>
                  <a:pt x="175482" y="439301"/>
                </a:lnTo>
                <a:lnTo>
                  <a:pt x="155084" y="448460"/>
                </a:lnTo>
                <a:lnTo>
                  <a:pt x="135990" y="457993"/>
                </a:lnTo>
                <a:lnTo>
                  <a:pt x="118214" y="467886"/>
                </a:lnTo>
                <a:lnTo>
                  <a:pt x="101772" y="478125"/>
                </a:lnTo>
                <a:lnTo>
                  <a:pt x="86679" y="488696"/>
                </a:lnTo>
                <a:lnTo>
                  <a:pt x="72951" y="499585"/>
                </a:lnTo>
                <a:lnTo>
                  <a:pt x="60603" y="510778"/>
                </a:lnTo>
                <a:lnTo>
                  <a:pt x="49650" y="522262"/>
                </a:lnTo>
                <a:lnTo>
                  <a:pt x="40107" y="534021"/>
                </a:lnTo>
                <a:lnTo>
                  <a:pt x="31991" y="546043"/>
                </a:lnTo>
                <a:lnTo>
                  <a:pt x="25316" y="558314"/>
                </a:lnTo>
                <a:lnTo>
                  <a:pt x="20097" y="570819"/>
                </a:lnTo>
                <a:lnTo>
                  <a:pt x="16351" y="583544"/>
                </a:lnTo>
                <a:lnTo>
                  <a:pt x="14091" y="596476"/>
                </a:lnTo>
                <a:lnTo>
                  <a:pt x="13335" y="609600"/>
                </a:lnTo>
                <a:lnTo>
                  <a:pt x="14102" y="622724"/>
                </a:lnTo>
                <a:lnTo>
                  <a:pt x="16390" y="635656"/>
                </a:lnTo>
                <a:lnTo>
                  <a:pt x="20179" y="648381"/>
                </a:lnTo>
                <a:lnTo>
                  <a:pt x="25450" y="660886"/>
                </a:lnTo>
                <a:lnTo>
                  <a:pt x="32183" y="673157"/>
                </a:lnTo>
                <a:lnTo>
                  <a:pt x="40358" y="685179"/>
                </a:lnTo>
                <a:lnTo>
                  <a:pt x="49957" y="696938"/>
                </a:lnTo>
                <a:lnTo>
                  <a:pt x="60960" y="708422"/>
                </a:lnTo>
                <a:lnTo>
                  <a:pt x="73347" y="719615"/>
                </a:lnTo>
                <a:lnTo>
                  <a:pt x="87098" y="730504"/>
                </a:lnTo>
                <a:lnTo>
                  <a:pt x="102194" y="741075"/>
                </a:lnTo>
                <a:lnTo>
                  <a:pt x="118616" y="751314"/>
                </a:lnTo>
                <a:lnTo>
                  <a:pt x="136344" y="761207"/>
                </a:lnTo>
                <a:lnTo>
                  <a:pt x="155358" y="770740"/>
                </a:lnTo>
                <a:lnTo>
                  <a:pt x="175639" y="779899"/>
                </a:lnTo>
                <a:lnTo>
                  <a:pt x="197168" y="788670"/>
                </a:lnTo>
                <a:lnTo>
                  <a:pt x="201108" y="790099"/>
                </a:lnTo>
                <a:lnTo>
                  <a:pt x="205070" y="791526"/>
                </a:lnTo>
                <a:lnTo>
                  <a:pt x="209055" y="792950"/>
                </a:lnTo>
                <a:lnTo>
                  <a:pt x="213062" y="794370"/>
                </a:lnTo>
                <a:lnTo>
                  <a:pt x="217092" y="795785"/>
                </a:lnTo>
                <a:lnTo>
                  <a:pt x="221144" y="797192"/>
                </a:lnTo>
                <a:lnTo>
                  <a:pt x="225218" y="798591"/>
                </a:lnTo>
                <a:lnTo>
                  <a:pt x="229314" y="799981"/>
                </a:lnTo>
                <a:lnTo>
                  <a:pt x="233433" y="801359"/>
                </a:lnTo>
                <a:lnTo>
                  <a:pt x="237574" y="802725"/>
                </a:lnTo>
                <a:lnTo>
                  <a:pt x="241738" y="804077"/>
                </a:lnTo>
                <a:lnTo>
                  <a:pt x="245924" y="805413"/>
                </a:lnTo>
                <a:lnTo>
                  <a:pt x="250132" y="806733"/>
                </a:lnTo>
                <a:lnTo>
                  <a:pt x="254362" y="808034"/>
                </a:lnTo>
                <a:lnTo>
                  <a:pt x="258615" y="809316"/>
                </a:lnTo>
                <a:lnTo>
                  <a:pt x="262890" y="810578"/>
                </a:lnTo>
                <a:lnTo>
                  <a:pt x="261830" y="814864"/>
                </a:lnTo>
                <a:lnTo>
                  <a:pt x="260792" y="819148"/>
                </a:lnTo>
                <a:lnTo>
                  <a:pt x="259776" y="823430"/>
                </a:lnTo>
                <a:lnTo>
                  <a:pt x="258782" y="827708"/>
                </a:lnTo>
                <a:lnTo>
                  <a:pt x="257811" y="831980"/>
                </a:lnTo>
                <a:lnTo>
                  <a:pt x="256862" y="836245"/>
                </a:lnTo>
                <a:lnTo>
                  <a:pt x="255936" y="840501"/>
                </a:lnTo>
                <a:lnTo>
                  <a:pt x="255032" y="844748"/>
                </a:lnTo>
                <a:lnTo>
                  <a:pt x="254150" y="848984"/>
                </a:lnTo>
                <a:lnTo>
                  <a:pt x="253291" y="853207"/>
                </a:lnTo>
                <a:lnTo>
                  <a:pt x="252453" y="857417"/>
                </a:lnTo>
                <a:lnTo>
                  <a:pt x="251639" y="861611"/>
                </a:lnTo>
                <a:lnTo>
                  <a:pt x="250846" y="865788"/>
                </a:lnTo>
                <a:lnTo>
                  <a:pt x="250076" y="869947"/>
                </a:lnTo>
                <a:lnTo>
                  <a:pt x="249328" y="874086"/>
                </a:lnTo>
                <a:lnTo>
                  <a:pt x="248603" y="878205"/>
                </a:lnTo>
                <a:lnTo>
                  <a:pt x="245342" y="901340"/>
                </a:lnTo>
                <a:lnTo>
                  <a:pt x="243061" y="923579"/>
                </a:lnTo>
                <a:lnTo>
                  <a:pt x="241752" y="944897"/>
                </a:lnTo>
                <a:lnTo>
                  <a:pt x="241414" y="965269"/>
                </a:lnTo>
                <a:lnTo>
                  <a:pt x="242041" y="984671"/>
                </a:lnTo>
                <a:lnTo>
                  <a:pt x="243630" y="1003076"/>
                </a:lnTo>
                <a:lnTo>
                  <a:pt x="246175" y="1020459"/>
                </a:lnTo>
                <a:lnTo>
                  <a:pt x="249674" y="1036796"/>
                </a:lnTo>
                <a:lnTo>
                  <a:pt x="254121" y="1052062"/>
                </a:lnTo>
                <a:lnTo>
                  <a:pt x="259513" y="1066231"/>
                </a:lnTo>
                <a:lnTo>
                  <a:pt x="265846" y="1079278"/>
                </a:lnTo>
                <a:lnTo>
                  <a:pt x="273114" y="1091178"/>
                </a:lnTo>
                <a:lnTo>
                  <a:pt x="281315" y="1101906"/>
                </a:lnTo>
                <a:lnTo>
                  <a:pt x="290444" y="1111437"/>
                </a:lnTo>
                <a:lnTo>
                  <a:pt x="300496" y="1119746"/>
                </a:lnTo>
                <a:lnTo>
                  <a:pt x="311468" y="1126807"/>
                </a:lnTo>
                <a:lnTo>
                  <a:pt x="314883" y="1128705"/>
                </a:lnTo>
                <a:lnTo>
                  <a:pt x="318345" y="1130471"/>
                </a:lnTo>
                <a:lnTo>
                  <a:pt x="321855" y="1132105"/>
                </a:lnTo>
                <a:lnTo>
                  <a:pt x="325413" y="1133609"/>
                </a:lnTo>
                <a:lnTo>
                  <a:pt x="329021" y="1134985"/>
                </a:lnTo>
                <a:lnTo>
                  <a:pt x="332681" y="1136234"/>
                </a:lnTo>
                <a:lnTo>
                  <a:pt x="336394" y="1137357"/>
                </a:lnTo>
                <a:lnTo>
                  <a:pt x="340162" y="1138357"/>
                </a:lnTo>
                <a:lnTo>
                  <a:pt x="343985" y="1139233"/>
                </a:lnTo>
                <a:lnTo>
                  <a:pt x="347865" y="1139988"/>
                </a:lnTo>
                <a:lnTo>
                  <a:pt x="351804" y="1140623"/>
                </a:lnTo>
                <a:lnTo>
                  <a:pt x="355803" y="1141140"/>
                </a:lnTo>
                <a:lnTo>
                  <a:pt x="359864" y="1141539"/>
                </a:lnTo>
                <a:lnTo>
                  <a:pt x="363987" y="1141822"/>
                </a:lnTo>
                <a:lnTo>
                  <a:pt x="368175" y="1141991"/>
                </a:lnTo>
                <a:lnTo>
                  <a:pt x="372428" y="1142047"/>
                </a:lnTo>
                <a:lnTo>
                  <a:pt x="385304" y="1141471"/>
                </a:lnTo>
                <a:lnTo>
                  <a:pt x="398558" y="1139757"/>
                </a:lnTo>
                <a:lnTo>
                  <a:pt x="412163" y="1136930"/>
                </a:lnTo>
                <a:lnTo>
                  <a:pt x="426095" y="1133014"/>
                </a:lnTo>
                <a:lnTo>
                  <a:pt x="440328" y="1128031"/>
                </a:lnTo>
                <a:lnTo>
                  <a:pt x="454837" y="1122006"/>
                </a:lnTo>
                <a:lnTo>
                  <a:pt x="469598" y="1114962"/>
                </a:lnTo>
                <a:lnTo>
                  <a:pt x="484584" y="1106924"/>
                </a:lnTo>
                <a:lnTo>
                  <a:pt x="499772" y="1097915"/>
                </a:lnTo>
                <a:lnTo>
                  <a:pt x="515135" y="1087958"/>
                </a:lnTo>
                <a:lnTo>
                  <a:pt x="530649" y="1077077"/>
                </a:lnTo>
                <a:lnTo>
                  <a:pt x="546289" y="1065297"/>
                </a:lnTo>
                <a:lnTo>
                  <a:pt x="562028" y="1052640"/>
                </a:lnTo>
                <a:lnTo>
                  <a:pt x="577844" y="1039131"/>
                </a:lnTo>
                <a:lnTo>
                  <a:pt x="593709" y="1024793"/>
                </a:lnTo>
                <a:lnTo>
                  <a:pt x="609600" y="1009650"/>
                </a:lnTo>
                <a:lnTo>
                  <a:pt x="625658" y="1024793"/>
                </a:lnTo>
                <a:lnTo>
                  <a:pt x="641669" y="1039131"/>
                </a:lnTo>
                <a:lnTo>
                  <a:pt x="657607" y="1052640"/>
                </a:lnTo>
                <a:lnTo>
                  <a:pt x="673447" y="1065297"/>
                </a:lnTo>
                <a:lnTo>
                  <a:pt x="689165" y="1077077"/>
                </a:lnTo>
                <a:lnTo>
                  <a:pt x="704735" y="1087958"/>
                </a:lnTo>
                <a:lnTo>
                  <a:pt x="720131" y="1097915"/>
                </a:lnTo>
                <a:lnTo>
                  <a:pt x="735330" y="1106924"/>
                </a:lnTo>
                <a:lnTo>
                  <a:pt x="750305" y="1114962"/>
                </a:lnTo>
                <a:lnTo>
                  <a:pt x="765032" y="1122006"/>
                </a:lnTo>
                <a:lnTo>
                  <a:pt x="779486" y="1128031"/>
                </a:lnTo>
                <a:lnTo>
                  <a:pt x="793641" y="1133014"/>
                </a:lnTo>
                <a:lnTo>
                  <a:pt x="807472" y="1136930"/>
                </a:lnTo>
                <a:lnTo>
                  <a:pt x="820955" y="1139757"/>
                </a:lnTo>
                <a:lnTo>
                  <a:pt x="834063" y="1141471"/>
                </a:lnTo>
                <a:lnTo>
                  <a:pt x="846773" y="1142047"/>
                </a:lnTo>
                <a:lnTo>
                  <a:pt x="851025" y="1141991"/>
                </a:lnTo>
                <a:lnTo>
                  <a:pt x="855213" y="1141822"/>
                </a:lnTo>
                <a:lnTo>
                  <a:pt x="859336" y="1141539"/>
                </a:lnTo>
                <a:lnTo>
                  <a:pt x="863397" y="1141140"/>
                </a:lnTo>
                <a:lnTo>
                  <a:pt x="867396" y="1140623"/>
                </a:lnTo>
                <a:lnTo>
                  <a:pt x="871335" y="1139988"/>
                </a:lnTo>
                <a:lnTo>
                  <a:pt x="875215" y="1139233"/>
                </a:lnTo>
                <a:lnTo>
                  <a:pt x="879038" y="1138357"/>
                </a:lnTo>
                <a:lnTo>
                  <a:pt x="882806" y="1137357"/>
                </a:lnTo>
                <a:lnTo>
                  <a:pt x="886519" y="1136234"/>
                </a:lnTo>
                <a:lnTo>
                  <a:pt x="890179" y="1134985"/>
                </a:lnTo>
                <a:lnTo>
                  <a:pt x="893787" y="1133609"/>
                </a:lnTo>
                <a:lnTo>
                  <a:pt x="897345" y="1132105"/>
                </a:lnTo>
                <a:lnTo>
                  <a:pt x="900855" y="1130471"/>
                </a:lnTo>
                <a:lnTo>
                  <a:pt x="904317" y="1128705"/>
                </a:lnTo>
                <a:lnTo>
                  <a:pt x="907733" y="1126807"/>
                </a:lnTo>
                <a:lnTo>
                  <a:pt x="918704" y="1119579"/>
                </a:lnTo>
                <a:lnTo>
                  <a:pt x="928756" y="1111125"/>
                </a:lnTo>
                <a:lnTo>
                  <a:pt x="937885" y="1101471"/>
                </a:lnTo>
                <a:lnTo>
                  <a:pt x="946086" y="1090642"/>
                </a:lnTo>
                <a:lnTo>
                  <a:pt x="953354" y="1078664"/>
                </a:lnTo>
                <a:lnTo>
                  <a:pt x="959687" y="1065561"/>
                </a:lnTo>
                <a:lnTo>
                  <a:pt x="965079" y="1051359"/>
                </a:lnTo>
                <a:lnTo>
                  <a:pt x="969526" y="1036082"/>
                </a:lnTo>
                <a:lnTo>
                  <a:pt x="973025" y="1019756"/>
                </a:lnTo>
                <a:lnTo>
                  <a:pt x="975570" y="1002406"/>
                </a:lnTo>
                <a:lnTo>
                  <a:pt x="977159" y="984057"/>
                </a:lnTo>
                <a:lnTo>
                  <a:pt x="977786" y="964734"/>
                </a:lnTo>
                <a:lnTo>
                  <a:pt x="977448" y="944462"/>
                </a:lnTo>
                <a:lnTo>
                  <a:pt x="976139" y="923266"/>
                </a:lnTo>
                <a:lnTo>
                  <a:pt x="973858" y="901172"/>
                </a:lnTo>
                <a:lnTo>
                  <a:pt x="970598" y="878205"/>
                </a:lnTo>
                <a:lnTo>
                  <a:pt x="969872" y="874086"/>
                </a:lnTo>
                <a:lnTo>
                  <a:pt x="969124" y="869947"/>
                </a:lnTo>
                <a:lnTo>
                  <a:pt x="968354" y="865788"/>
                </a:lnTo>
                <a:lnTo>
                  <a:pt x="967561" y="861611"/>
                </a:lnTo>
                <a:lnTo>
                  <a:pt x="966747" y="857417"/>
                </a:lnTo>
                <a:lnTo>
                  <a:pt x="965909" y="853207"/>
                </a:lnTo>
                <a:lnTo>
                  <a:pt x="965050" y="848984"/>
                </a:lnTo>
                <a:lnTo>
                  <a:pt x="964168" y="844748"/>
                </a:lnTo>
                <a:lnTo>
                  <a:pt x="963264" y="840501"/>
                </a:lnTo>
                <a:lnTo>
                  <a:pt x="962338" y="836245"/>
                </a:lnTo>
                <a:lnTo>
                  <a:pt x="961389" y="831980"/>
                </a:lnTo>
                <a:lnTo>
                  <a:pt x="960418" y="827708"/>
                </a:lnTo>
                <a:lnTo>
                  <a:pt x="959424" y="823430"/>
                </a:lnTo>
                <a:lnTo>
                  <a:pt x="958408" y="819148"/>
                </a:lnTo>
                <a:lnTo>
                  <a:pt x="957370" y="814864"/>
                </a:lnTo>
                <a:lnTo>
                  <a:pt x="956310" y="810578"/>
                </a:lnTo>
                <a:lnTo>
                  <a:pt x="960585" y="809327"/>
                </a:lnTo>
                <a:lnTo>
                  <a:pt x="964838" y="808073"/>
                </a:lnTo>
                <a:lnTo>
                  <a:pt x="969068" y="806814"/>
                </a:lnTo>
                <a:lnTo>
                  <a:pt x="973276" y="805547"/>
                </a:lnTo>
                <a:lnTo>
                  <a:pt x="977462" y="804269"/>
                </a:lnTo>
                <a:lnTo>
                  <a:pt x="981626" y="802976"/>
                </a:lnTo>
                <a:lnTo>
                  <a:pt x="985767" y="801667"/>
                </a:lnTo>
                <a:lnTo>
                  <a:pt x="989886" y="800338"/>
                </a:lnTo>
                <a:lnTo>
                  <a:pt x="993982" y="798987"/>
                </a:lnTo>
                <a:lnTo>
                  <a:pt x="998056" y="797611"/>
                </a:lnTo>
                <a:lnTo>
                  <a:pt x="1002108" y="796207"/>
                </a:lnTo>
                <a:lnTo>
                  <a:pt x="1006138" y="794772"/>
                </a:lnTo>
                <a:lnTo>
                  <a:pt x="1010145" y="793304"/>
                </a:lnTo>
                <a:lnTo>
                  <a:pt x="1014130" y="791799"/>
                </a:lnTo>
                <a:lnTo>
                  <a:pt x="1018092" y="790255"/>
                </a:lnTo>
                <a:lnTo>
                  <a:pt x="1022033" y="788670"/>
                </a:lnTo>
                <a:lnTo>
                  <a:pt x="1043718" y="779899"/>
                </a:lnTo>
                <a:lnTo>
                  <a:pt x="1064116" y="770740"/>
                </a:lnTo>
                <a:lnTo>
                  <a:pt x="1083210" y="761207"/>
                </a:lnTo>
                <a:lnTo>
                  <a:pt x="1100986" y="751314"/>
                </a:lnTo>
                <a:lnTo>
                  <a:pt x="1117428" y="741075"/>
                </a:lnTo>
                <a:lnTo>
                  <a:pt x="1132521" y="730504"/>
                </a:lnTo>
                <a:lnTo>
                  <a:pt x="1146249" y="719615"/>
                </a:lnTo>
                <a:lnTo>
                  <a:pt x="1158597" y="708422"/>
                </a:lnTo>
                <a:lnTo>
                  <a:pt x="1169550" y="696938"/>
                </a:lnTo>
                <a:lnTo>
                  <a:pt x="1179093" y="685179"/>
                </a:lnTo>
                <a:lnTo>
                  <a:pt x="1187209" y="673157"/>
                </a:lnTo>
                <a:lnTo>
                  <a:pt x="1193884" y="660886"/>
                </a:lnTo>
                <a:lnTo>
                  <a:pt x="1199103" y="648381"/>
                </a:lnTo>
                <a:lnTo>
                  <a:pt x="1202849" y="635656"/>
                </a:lnTo>
                <a:lnTo>
                  <a:pt x="1205109" y="622724"/>
                </a:lnTo>
                <a:lnTo>
                  <a:pt x="1205865" y="609600"/>
                </a:lnTo>
                <a:lnTo>
                  <a:pt x="1205109" y="596476"/>
                </a:lnTo>
                <a:lnTo>
                  <a:pt x="1202849" y="583544"/>
                </a:lnTo>
                <a:lnTo>
                  <a:pt x="1199103" y="570819"/>
                </a:lnTo>
                <a:lnTo>
                  <a:pt x="1193884" y="558314"/>
                </a:lnTo>
                <a:lnTo>
                  <a:pt x="1187209" y="546043"/>
                </a:lnTo>
                <a:lnTo>
                  <a:pt x="1179093" y="534021"/>
                </a:lnTo>
                <a:lnTo>
                  <a:pt x="1169550" y="522262"/>
                </a:lnTo>
                <a:lnTo>
                  <a:pt x="1158597" y="510778"/>
                </a:lnTo>
                <a:lnTo>
                  <a:pt x="1146249" y="499585"/>
                </a:lnTo>
                <a:lnTo>
                  <a:pt x="1132521" y="488696"/>
                </a:lnTo>
                <a:lnTo>
                  <a:pt x="1117428" y="478125"/>
                </a:lnTo>
                <a:lnTo>
                  <a:pt x="1100986" y="467886"/>
                </a:lnTo>
                <a:lnTo>
                  <a:pt x="1083210" y="457993"/>
                </a:lnTo>
                <a:lnTo>
                  <a:pt x="1064116" y="448460"/>
                </a:lnTo>
                <a:lnTo>
                  <a:pt x="1043718" y="439301"/>
                </a:lnTo>
                <a:lnTo>
                  <a:pt x="1022033" y="430530"/>
                </a:lnTo>
                <a:close/>
                <a:moveTo>
                  <a:pt x="881063" y="140018"/>
                </a:moveTo>
                <a:lnTo>
                  <a:pt x="888083" y="144857"/>
                </a:lnTo>
                <a:lnTo>
                  <a:pt x="894494" y="150787"/>
                </a:lnTo>
                <a:lnTo>
                  <a:pt x="900292" y="157780"/>
                </a:lnTo>
                <a:lnTo>
                  <a:pt x="905470" y="165809"/>
                </a:lnTo>
                <a:lnTo>
                  <a:pt x="910024" y="174849"/>
                </a:lnTo>
                <a:lnTo>
                  <a:pt x="913946" y="184872"/>
                </a:lnTo>
                <a:lnTo>
                  <a:pt x="917232" y="195853"/>
                </a:lnTo>
                <a:lnTo>
                  <a:pt x="919877" y="207764"/>
                </a:lnTo>
                <a:lnTo>
                  <a:pt x="921874" y="220579"/>
                </a:lnTo>
                <a:lnTo>
                  <a:pt x="923218" y="234272"/>
                </a:lnTo>
                <a:lnTo>
                  <a:pt x="923904" y="248816"/>
                </a:lnTo>
                <a:lnTo>
                  <a:pt x="923925" y="264185"/>
                </a:lnTo>
                <a:lnTo>
                  <a:pt x="923277" y="280351"/>
                </a:lnTo>
                <a:lnTo>
                  <a:pt x="921953" y="297290"/>
                </a:lnTo>
                <a:lnTo>
                  <a:pt x="919948" y="314973"/>
                </a:lnTo>
                <a:lnTo>
                  <a:pt x="917258" y="333375"/>
                </a:lnTo>
                <a:lnTo>
                  <a:pt x="916700" y="337137"/>
                </a:lnTo>
                <a:lnTo>
                  <a:pt x="916099" y="340921"/>
                </a:lnTo>
                <a:lnTo>
                  <a:pt x="915456" y="344727"/>
                </a:lnTo>
                <a:lnTo>
                  <a:pt x="914772" y="348555"/>
                </a:lnTo>
                <a:lnTo>
                  <a:pt x="914050" y="352406"/>
                </a:lnTo>
                <a:lnTo>
                  <a:pt x="913289" y="356280"/>
                </a:lnTo>
                <a:lnTo>
                  <a:pt x="912493" y="360175"/>
                </a:lnTo>
                <a:lnTo>
                  <a:pt x="911662" y="364093"/>
                </a:lnTo>
                <a:lnTo>
                  <a:pt x="910797" y="368033"/>
                </a:lnTo>
                <a:lnTo>
                  <a:pt x="909900" y="371996"/>
                </a:lnTo>
                <a:lnTo>
                  <a:pt x="908972" y="375981"/>
                </a:lnTo>
                <a:lnTo>
                  <a:pt x="908015" y="379988"/>
                </a:lnTo>
                <a:lnTo>
                  <a:pt x="907030" y="384017"/>
                </a:lnTo>
                <a:lnTo>
                  <a:pt x="906019" y="388069"/>
                </a:lnTo>
                <a:lnTo>
                  <a:pt x="904983" y="392144"/>
                </a:lnTo>
                <a:lnTo>
                  <a:pt x="903922" y="396240"/>
                </a:lnTo>
                <a:lnTo>
                  <a:pt x="894602" y="394141"/>
                </a:lnTo>
                <a:lnTo>
                  <a:pt x="885215" y="392130"/>
                </a:lnTo>
                <a:lnTo>
                  <a:pt x="875760" y="390206"/>
                </a:lnTo>
                <a:lnTo>
                  <a:pt x="866239" y="388367"/>
                </a:lnTo>
                <a:lnTo>
                  <a:pt x="856651" y="386612"/>
                </a:lnTo>
                <a:lnTo>
                  <a:pt x="846996" y="384938"/>
                </a:lnTo>
                <a:lnTo>
                  <a:pt x="837274" y="383346"/>
                </a:lnTo>
                <a:lnTo>
                  <a:pt x="827484" y="381833"/>
                </a:lnTo>
                <a:lnTo>
                  <a:pt x="817628" y="380399"/>
                </a:lnTo>
                <a:lnTo>
                  <a:pt x="807705" y="379041"/>
                </a:lnTo>
                <a:lnTo>
                  <a:pt x="797715" y="377759"/>
                </a:lnTo>
                <a:lnTo>
                  <a:pt x="787658" y="376550"/>
                </a:lnTo>
                <a:lnTo>
                  <a:pt x="777534" y="375414"/>
                </a:lnTo>
                <a:lnTo>
                  <a:pt x="767343" y="374349"/>
                </a:lnTo>
                <a:lnTo>
                  <a:pt x="757085" y="373354"/>
                </a:lnTo>
                <a:lnTo>
                  <a:pt x="746760" y="372428"/>
                </a:lnTo>
                <a:lnTo>
                  <a:pt x="740677" y="363911"/>
                </a:lnTo>
                <a:lnTo>
                  <a:pt x="734573" y="355504"/>
                </a:lnTo>
                <a:lnTo>
                  <a:pt x="728449" y="347206"/>
                </a:lnTo>
                <a:lnTo>
                  <a:pt x="722308" y="339016"/>
                </a:lnTo>
                <a:lnTo>
                  <a:pt x="716149" y="330931"/>
                </a:lnTo>
                <a:lnTo>
                  <a:pt x="709975" y="322951"/>
                </a:lnTo>
                <a:lnTo>
                  <a:pt x="703788" y="315075"/>
                </a:lnTo>
                <a:lnTo>
                  <a:pt x="697587" y="307300"/>
                </a:lnTo>
                <a:lnTo>
                  <a:pt x="691376" y="299626"/>
                </a:lnTo>
                <a:lnTo>
                  <a:pt x="685154" y="292051"/>
                </a:lnTo>
                <a:lnTo>
                  <a:pt x="678925" y="284574"/>
                </a:lnTo>
                <a:lnTo>
                  <a:pt x="672688" y="277192"/>
                </a:lnTo>
                <a:lnTo>
                  <a:pt x="666446" y="269906"/>
                </a:lnTo>
                <a:lnTo>
                  <a:pt x="660200" y="262713"/>
                </a:lnTo>
                <a:lnTo>
                  <a:pt x="653951" y="255613"/>
                </a:lnTo>
                <a:lnTo>
                  <a:pt x="647700" y="248603"/>
                </a:lnTo>
                <a:lnTo>
                  <a:pt x="660924" y="235828"/>
                </a:lnTo>
                <a:lnTo>
                  <a:pt x="674149" y="223605"/>
                </a:lnTo>
                <a:lnTo>
                  <a:pt x="687354" y="211971"/>
                </a:lnTo>
                <a:lnTo>
                  <a:pt x="700519" y="200963"/>
                </a:lnTo>
                <a:lnTo>
                  <a:pt x="713623" y="190619"/>
                </a:lnTo>
                <a:lnTo>
                  <a:pt x="726644" y="180977"/>
                </a:lnTo>
                <a:lnTo>
                  <a:pt x="739562" y="172074"/>
                </a:lnTo>
                <a:lnTo>
                  <a:pt x="752356" y="163949"/>
                </a:lnTo>
                <a:lnTo>
                  <a:pt x="765005" y="156639"/>
                </a:lnTo>
                <a:lnTo>
                  <a:pt x="777487" y="150181"/>
                </a:lnTo>
                <a:lnTo>
                  <a:pt x="789783" y="144613"/>
                </a:lnTo>
                <a:lnTo>
                  <a:pt x="801871" y="139973"/>
                </a:lnTo>
                <a:lnTo>
                  <a:pt x="813730" y="136298"/>
                </a:lnTo>
                <a:lnTo>
                  <a:pt x="825339" y="133627"/>
                </a:lnTo>
                <a:lnTo>
                  <a:pt x="836678" y="131997"/>
                </a:lnTo>
                <a:lnTo>
                  <a:pt x="847725" y="131445"/>
                </a:lnTo>
                <a:lnTo>
                  <a:pt x="850035" y="131478"/>
                </a:lnTo>
                <a:lnTo>
                  <a:pt x="852322" y="131579"/>
                </a:lnTo>
                <a:lnTo>
                  <a:pt x="854583" y="131746"/>
                </a:lnTo>
                <a:lnTo>
                  <a:pt x="856818" y="131981"/>
                </a:lnTo>
                <a:lnTo>
                  <a:pt x="859025" y="132282"/>
                </a:lnTo>
                <a:lnTo>
                  <a:pt x="861203" y="132651"/>
                </a:lnTo>
                <a:lnTo>
                  <a:pt x="863350" y="133086"/>
                </a:lnTo>
                <a:lnTo>
                  <a:pt x="865465" y="133588"/>
                </a:lnTo>
                <a:lnTo>
                  <a:pt x="867547" y="134157"/>
                </a:lnTo>
                <a:lnTo>
                  <a:pt x="869593" y="134794"/>
                </a:lnTo>
                <a:lnTo>
                  <a:pt x="871604" y="135497"/>
                </a:lnTo>
                <a:lnTo>
                  <a:pt x="873576" y="136267"/>
                </a:lnTo>
                <a:lnTo>
                  <a:pt x="875510" y="137104"/>
                </a:lnTo>
                <a:lnTo>
                  <a:pt x="877403" y="138008"/>
                </a:lnTo>
                <a:lnTo>
                  <a:pt x="879254" y="138979"/>
                </a:lnTo>
                <a:lnTo>
                  <a:pt x="881062" y="140018"/>
                </a:lnTo>
                <a:close/>
                <a:moveTo>
                  <a:pt x="774383" y="704850"/>
                </a:moveTo>
                <a:lnTo>
                  <a:pt x="771135" y="710565"/>
                </a:lnTo>
                <a:lnTo>
                  <a:pt x="767823" y="716280"/>
                </a:lnTo>
                <a:lnTo>
                  <a:pt x="764450" y="721995"/>
                </a:lnTo>
                <a:lnTo>
                  <a:pt x="761018" y="727710"/>
                </a:lnTo>
                <a:lnTo>
                  <a:pt x="757530" y="733425"/>
                </a:lnTo>
                <a:lnTo>
                  <a:pt x="753989" y="739140"/>
                </a:lnTo>
                <a:lnTo>
                  <a:pt x="750398" y="744855"/>
                </a:lnTo>
                <a:lnTo>
                  <a:pt x="746760" y="750570"/>
                </a:lnTo>
                <a:lnTo>
                  <a:pt x="743077" y="756285"/>
                </a:lnTo>
                <a:lnTo>
                  <a:pt x="739352" y="762000"/>
                </a:lnTo>
                <a:lnTo>
                  <a:pt x="735588" y="767715"/>
                </a:lnTo>
                <a:lnTo>
                  <a:pt x="731788" y="773430"/>
                </a:lnTo>
                <a:lnTo>
                  <a:pt x="727954" y="779145"/>
                </a:lnTo>
                <a:lnTo>
                  <a:pt x="724090" y="784860"/>
                </a:lnTo>
                <a:lnTo>
                  <a:pt x="720197" y="790575"/>
                </a:lnTo>
                <a:lnTo>
                  <a:pt x="716280" y="796290"/>
                </a:lnTo>
                <a:lnTo>
                  <a:pt x="709672" y="796804"/>
                </a:lnTo>
                <a:lnTo>
                  <a:pt x="703062" y="797274"/>
                </a:lnTo>
                <a:lnTo>
                  <a:pt x="696450" y="797703"/>
                </a:lnTo>
                <a:lnTo>
                  <a:pt x="689833" y="798091"/>
                </a:lnTo>
                <a:lnTo>
                  <a:pt x="683211" y="798440"/>
                </a:lnTo>
                <a:lnTo>
                  <a:pt x="676582" y="798751"/>
                </a:lnTo>
                <a:lnTo>
                  <a:pt x="669944" y="799026"/>
                </a:lnTo>
                <a:lnTo>
                  <a:pt x="663297" y="799267"/>
                </a:lnTo>
                <a:lnTo>
                  <a:pt x="656639" y="799473"/>
                </a:lnTo>
                <a:lnTo>
                  <a:pt x="649968" y="799648"/>
                </a:lnTo>
                <a:lnTo>
                  <a:pt x="643283" y="799792"/>
                </a:lnTo>
                <a:lnTo>
                  <a:pt x="636583" y="799907"/>
                </a:lnTo>
                <a:lnTo>
                  <a:pt x="629866" y="799993"/>
                </a:lnTo>
                <a:lnTo>
                  <a:pt x="623130" y="800053"/>
                </a:lnTo>
                <a:lnTo>
                  <a:pt x="616376" y="800089"/>
                </a:lnTo>
                <a:lnTo>
                  <a:pt x="609600" y="800100"/>
                </a:lnTo>
                <a:lnTo>
                  <a:pt x="602657" y="800089"/>
                </a:lnTo>
                <a:lnTo>
                  <a:pt x="595757" y="800053"/>
                </a:lnTo>
                <a:lnTo>
                  <a:pt x="588899" y="799993"/>
                </a:lnTo>
                <a:lnTo>
                  <a:pt x="582082" y="799907"/>
                </a:lnTo>
                <a:lnTo>
                  <a:pt x="575303" y="799792"/>
                </a:lnTo>
                <a:lnTo>
                  <a:pt x="568563" y="799648"/>
                </a:lnTo>
                <a:lnTo>
                  <a:pt x="561858" y="799473"/>
                </a:lnTo>
                <a:lnTo>
                  <a:pt x="555188" y="799267"/>
                </a:lnTo>
                <a:lnTo>
                  <a:pt x="548552" y="799026"/>
                </a:lnTo>
                <a:lnTo>
                  <a:pt x="541948" y="798751"/>
                </a:lnTo>
                <a:lnTo>
                  <a:pt x="535375" y="798440"/>
                </a:lnTo>
                <a:lnTo>
                  <a:pt x="528831" y="798091"/>
                </a:lnTo>
                <a:lnTo>
                  <a:pt x="522315" y="797703"/>
                </a:lnTo>
                <a:lnTo>
                  <a:pt x="515825" y="797274"/>
                </a:lnTo>
                <a:lnTo>
                  <a:pt x="509361" y="796804"/>
                </a:lnTo>
                <a:lnTo>
                  <a:pt x="502920" y="796290"/>
                </a:lnTo>
                <a:lnTo>
                  <a:pt x="499013" y="790575"/>
                </a:lnTo>
                <a:lnTo>
                  <a:pt x="495151" y="784860"/>
                </a:lnTo>
                <a:lnTo>
                  <a:pt x="491334" y="779145"/>
                </a:lnTo>
                <a:lnTo>
                  <a:pt x="487561" y="773430"/>
                </a:lnTo>
                <a:lnTo>
                  <a:pt x="483833" y="767715"/>
                </a:lnTo>
                <a:lnTo>
                  <a:pt x="480149" y="762000"/>
                </a:lnTo>
                <a:lnTo>
                  <a:pt x="476510" y="756285"/>
                </a:lnTo>
                <a:lnTo>
                  <a:pt x="472916" y="750570"/>
                </a:lnTo>
                <a:lnTo>
                  <a:pt x="469367" y="744855"/>
                </a:lnTo>
                <a:lnTo>
                  <a:pt x="465862" y="739140"/>
                </a:lnTo>
                <a:lnTo>
                  <a:pt x="462402" y="733425"/>
                </a:lnTo>
                <a:lnTo>
                  <a:pt x="458986" y="727710"/>
                </a:lnTo>
                <a:lnTo>
                  <a:pt x="455615" y="721995"/>
                </a:lnTo>
                <a:lnTo>
                  <a:pt x="452289" y="716280"/>
                </a:lnTo>
                <a:lnTo>
                  <a:pt x="449007" y="710565"/>
                </a:lnTo>
                <a:lnTo>
                  <a:pt x="445770" y="704850"/>
                </a:lnTo>
                <a:lnTo>
                  <a:pt x="442388" y="698946"/>
                </a:lnTo>
                <a:lnTo>
                  <a:pt x="439030" y="693022"/>
                </a:lnTo>
                <a:lnTo>
                  <a:pt x="435697" y="687081"/>
                </a:lnTo>
                <a:lnTo>
                  <a:pt x="432390" y="681127"/>
                </a:lnTo>
                <a:lnTo>
                  <a:pt x="429112" y="675161"/>
                </a:lnTo>
                <a:lnTo>
                  <a:pt x="425862" y="669187"/>
                </a:lnTo>
                <a:lnTo>
                  <a:pt x="422644" y="663207"/>
                </a:lnTo>
                <a:lnTo>
                  <a:pt x="419457" y="657225"/>
                </a:lnTo>
                <a:lnTo>
                  <a:pt x="416304" y="651243"/>
                </a:lnTo>
                <a:lnTo>
                  <a:pt x="413186" y="645263"/>
                </a:lnTo>
                <a:lnTo>
                  <a:pt x="410104" y="639289"/>
                </a:lnTo>
                <a:lnTo>
                  <a:pt x="407060" y="633323"/>
                </a:lnTo>
                <a:lnTo>
                  <a:pt x="404055" y="627369"/>
                </a:lnTo>
                <a:lnTo>
                  <a:pt x="401090" y="621428"/>
                </a:lnTo>
                <a:lnTo>
                  <a:pt x="398167" y="615504"/>
                </a:lnTo>
                <a:lnTo>
                  <a:pt x="395288" y="609600"/>
                </a:lnTo>
                <a:lnTo>
                  <a:pt x="398167" y="603696"/>
                </a:lnTo>
                <a:lnTo>
                  <a:pt x="401090" y="597772"/>
                </a:lnTo>
                <a:lnTo>
                  <a:pt x="404055" y="591831"/>
                </a:lnTo>
                <a:lnTo>
                  <a:pt x="407060" y="585877"/>
                </a:lnTo>
                <a:lnTo>
                  <a:pt x="410104" y="579911"/>
                </a:lnTo>
                <a:lnTo>
                  <a:pt x="413186" y="573937"/>
                </a:lnTo>
                <a:lnTo>
                  <a:pt x="416304" y="567957"/>
                </a:lnTo>
                <a:lnTo>
                  <a:pt x="419457" y="561975"/>
                </a:lnTo>
                <a:lnTo>
                  <a:pt x="422644" y="555993"/>
                </a:lnTo>
                <a:lnTo>
                  <a:pt x="425862" y="550013"/>
                </a:lnTo>
                <a:lnTo>
                  <a:pt x="429112" y="544039"/>
                </a:lnTo>
                <a:lnTo>
                  <a:pt x="432390" y="538073"/>
                </a:lnTo>
                <a:lnTo>
                  <a:pt x="435697" y="532119"/>
                </a:lnTo>
                <a:lnTo>
                  <a:pt x="439030" y="526178"/>
                </a:lnTo>
                <a:lnTo>
                  <a:pt x="442388" y="520254"/>
                </a:lnTo>
                <a:lnTo>
                  <a:pt x="445770" y="514350"/>
                </a:lnTo>
                <a:lnTo>
                  <a:pt x="449018" y="508635"/>
                </a:lnTo>
                <a:lnTo>
                  <a:pt x="452330" y="502920"/>
                </a:lnTo>
                <a:lnTo>
                  <a:pt x="455703" y="497205"/>
                </a:lnTo>
                <a:lnTo>
                  <a:pt x="459135" y="491490"/>
                </a:lnTo>
                <a:lnTo>
                  <a:pt x="462622" y="485775"/>
                </a:lnTo>
                <a:lnTo>
                  <a:pt x="466163" y="480060"/>
                </a:lnTo>
                <a:lnTo>
                  <a:pt x="469754" y="474345"/>
                </a:lnTo>
                <a:lnTo>
                  <a:pt x="473392" y="468630"/>
                </a:lnTo>
                <a:lnTo>
                  <a:pt x="477076" y="462915"/>
                </a:lnTo>
                <a:lnTo>
                  <a:pt x="480800" y="457200"/>
                </a:lnTo>
                <a:lnTo>
                  <a:pt x="484564" y="451485"/>
                </a:lnTo>
                <a:lnTo>
                  <a:pt x="488365" y="445770"/>
                </a:lnTo>
                <a:lnTo>
                  <a:pt x="492198" y="440055"/>
                </a:lnTo>
                <a:lnTo>
                  <a:pt x="496063" y="434340"/>
                </a:lnTo>
                <a:lnTo>
                  <a:pt x="499955" y="428625"/>
                </a:lnTo>
                <a:lnTo>
                  <a:pt x="503873" y="422910"/>
                </a:lnTo>
                <a:lnTo>
                  <a:pt x="510481" y="422396"/>
                </a:lnTo>
                <a:lnTo>
                  <a:pt x="517090" y="421926"/>
                </a:lnTo>
                <a:lnTo>
                  <a:pt x="523703" y="421497"/>
                </a:lnTo>
                <a:lnTo>
                  <a:pt x="530319" y="421109"/>
                </a:lnTo>
                <a:lnTo>
                  <a:pt x="536941" y="420760"/>
                </a:lnTo>
                <a:lnTo>
                  <a:pt x="543571" y="420449"/>
                </a:lnTo>
                <a:lnTo>
                  <a:pt x="550208" y="420174"/>
                </a:lnTo>
                <a:lnTo>
                  <a:pt x="556855" y="419933"/>
                </a:lnTo>
                <a:lnTo>
                  <a:pt x="563514" y="419727"/>
                </a:lnTo>
                <a:lnTo>
                  <a:pt x="570185" y="419552"/>
                </a:lnTo>
                <a:lnTo>
                  <a:pt x="576870" y="419408"/>
                </a:lnTo>
                <a:lnTo>
                  <a:pt x="583570" y="419293"/>
                </a:lnTo>
                <a:lnTo>
                  <a:pt x="590287" y="419207"/>
                </a:lnTo>
                <a:lnTo>
                  <a:pt x="597022" y="419147"/>
                </a:lnTo>
                <a:lnTo>
                  <a:pt x="603777" y="419111"/>
                </a:lnTo>
                <a:lnTo>
                  <a:pt x="610553" y="419100"/>
                </a:lnTo>
                <a:lnTo>
                  <a:pt x="617496" y="419111"/>
                </a:lnTo>
                <a:lnTo>
                  <a:pt x="624395" y="419147"/>
                </a:lnTo>
                <a:lnTo>
                  <a:pt x="631253" y="419207"/>
                </a:lnTo>
                <a:lnTo>
                  <a:pt x="638071" y="419293"/>
                </a:lnTo>
                <a:lnTo>
                  <a:pt x="644849" y="419408"/>
                </a:lnTo>
                <a:lnTo>
                  <a:pt x="651590" y="419552"/>
                </a:lnTo>
                <a:lnTo>
                  <a:pt x="658294" y="419727"/>
                </a:lnTo>
                <a:lnTo>
                  <a:pt x="664964" y="419933"/>
                </a:lnTo>
                <a:lnTo>
                  <a:pt x="671600" y="420174"/>
                </a:lnTo>
                <a:lnTo>
                  <a:pt x="678204" y="420449"/>
                </a:lnTo>
                <a:lnTo>
                  <a:pt x="684778" y="420760"/>
                </a:lnTo>
                <a:lnTo>
                  <a:pt x="691322" y="421109"/>
                </a:lnTo>
                <a:lnTo>
                  <a:pt x="697838" y="421497"/>
                </a:lnTo>
                <a:lnTo>
                  <a:pt x="704327" y="421926"/>
                </a:lnTo>
                <a:lnTo>
                  <a:pt x="710792" y="422396"/>
                </a:lnTo>
                <a:lnTo>
                  <a:pt x="717233" y="422910"/>
                </a:lnTo>
                <a:lnTo>
                  <a:pt x="721139" y="428625"/>
                </a:lnTo>
                <a:lnTo>
                  <a:pt x="725001" y="434340"/>
                </a:lnTo>
                <a:lnTo>
                  <a:pt x="728819" y="440055"/>
                </a:lnTo>
                <a:lnTo>
                  <a:pt x="732592" y="445770"/>
                </a:lnTo>
                <a:lnTo>
                  <a:pt x="736320" y="451485"/>
                </a:lnTo>
                <a:lnTo>
                  <a:pt x="740003" y="457200"/>
                </a:lnTo>
                <a:lnTo>
                  <a:pt x="743642" y="462915"/>
                </a:lnTo>
                <a:lnTo>
                  <a:pt x="747236" y="468630"/>
                </a:lnTo>
                <a:lnTo>
                  <a:pt x="750786" y="474345"/>
                </a:lnTo>
                <a:lnTo>
                  <a:pt x="754291" y="480060"/>
                </a:lnTo>
                <a:lnTo>
                  <a:pt x="757751" y="485775"/>
                </a:lnTo>
                <a:lnTo>
                  <a:pt x="761167" y="491490"/>
                </a:lnTo>
                <a:lnTo>
                  <a:pt x="764538" y="497205"/>
                </a:lnTo>
                <a:lnTo>
                  <a:pt x="767864" y="502920"/>
                </a:lnTo>
                <a:lnTo>
                  <a:pt x="771145" y="508635"/>
                </a:lnTo>
                <a:lnTo>
                  <a:pt x="774383" y="514350"/>
                </a:lnTo>
                <a:lnTo>
                  <a:pt x="777764" y="520254"/>
                </a:lnTo>
                <a:lnTo>
                  <a:pt x="781123" y="526178"/>
                </a:lnTo>
                <a:lnTo>
                  <a:pt x="784456" y="532119"/>
                </a:lnTo>
                <a:lnTo>
                  <a:pt x="787762" y="538073"/>
                </a:lnTo>
                <a:lnTo>
                  <a:pt x="791041" y="544039"/>
                </a:lnTo>
                <a:lnTo>
                  <a:pt x="794290" y="550013"/>
                </a:lnTo>
                <a:lnTo>
                  <a:pt x="797509" y="555993"/>
                </a:lnTo>
                <a:lnTo>
                  <a:pt x="800695" y="561975"/>
                </a:lnTo>
                <a:lnTo>
                  <a:pt x="803848" y="567957"/>
                </a:lnTo>
                <a:lnTo>
                  <a:pt x="806967" y="573937"/>
                </a:lnTo>
                <a:lnTo>
                  <a:pt x="810048" y="579911"/>
                </a:lnTo>
                <a:lnTo>
                  <a:pt x="813093" y="585877"/>
                </a:lnTo>
                <a:lnTo>
                  <a:pt x="816098" y="591831"/>
                </a:lnTo>
                <a:lnTo>
                  <a:pt x="819063" y="597772"/>
                </a:lnTo>
                <a:lnTo>
                  <a:pt x="821985" y="603696"/>
                </a:lnTo>
                <a:lnTo>
                  <a:pt x="824865" y="609600"/>
                </a:lnTo>
                <a:lnTo>
                  <a:pt x="821828" y="615494"/>
                </a:lnTo>
                <a:lnTo>
                  <a:pt x="818789" y="621389"/>
                </a:lnTo>
                <a:lnTo>
                  <a:pt x="815744" y="627287"/>
                </a:lnTo>
                <a:lnTo>
                  <a:pt x="812691" y="633189"/>
                </a:lnTo>
                <a:lnTo>
                  <a:pt x="809626" y="639097"/>
                </a:lnTo>
                <a:lnTo>
                  <a:pt x="806548" y="645012"/>
                </a:lnTo>
                <a:lnTo>
                  <a:pt x="803453" y="650935"/>
                </a:lnTo>
                <a:lnTo>
                  <a:pt x="800338" y="656868"/>
                </a:lnTo>
                <a:lnTo>
                  <a:pt x="797201" y="662812"/>
                </a:lnTo>
                <a:lnTo>
                  <a:pt x="794039" y="668768"/>
                </a:lnTo>
                <a:lnTo>
                  <a:pt x="790849" y="674739"/>
                </a:lnTo>
                <a:lnTo>
                  <a:pt x="787628" y="680725"/>
                </a:lnTo>
                <a:lnTo>
                  <a:pt x="784374" y="686728"/>
                </a:lnTo>
                <a:lnTo>
                  <a:pt x="781083" y="692748"/>
                </a:lnTo>
                <a:lnTo>
                  <a:pt x="777754" y="698789"/>
                </a:lnTo>
                <a:lnTo>
                  <a:pt x="774383" y="704850"/>
                </a:lnTo>
                <a:close/>
                <a:moveTo>
                  <a:pt x="853440" y="673418"/>
                </a:moveTo>
                <a:lnTo>
                  <a:pt x="856086" y="679657"/>
                </a:lnTo>
                <a:lnTo>
                  <a:pt x="858668" y="685876"/>
                </a:lnTo>
                <a:lnTo>
                  <a:pt x="861188" y="692076"/>
                </a:lnTo>
                <a:lnTo>
                  <a:pt x="863650" y="698257"/>
                </a:lnTo>
                <a:lnTo>
                  <a:pt x="866056" y="704421"/>
                </a:lnTo>
                <a:lnTo>
                  <a:pt x="868408" y="710571"/>
                </a:lnTo>
                <a:lnTo>
                  <a:pt x="870711" y="716706"/>
                </a:lnTo>
                <a:lnTo>
                  <a:pt x="872966" y="722828"/>
                </a:lnTo>
                <a:lnTo>
                  <a:pt x="875177" y="728940"/>
                </a:lnTo>
                <a:lnTo>
                  <a:pt x="877346" y="735042"/>
                </a:lnTo>
                <a:lnTo>
                  <a:pt x="879475" y="741135"/>
                </a:lnTo>
                <a:lnTo>
                  <a:pt x="881569" y="747221"/>
                </a:lnTo>
                <a:lnTo>
                  <a:pt x="883628" y="753302"/>
                </a:lnTo>
                <a:lnTo>
                  <a:pt x="885658" y="759379"/>
                </a:lnTo>
                <a:lnTo>
                  <a:pt x="887659" y="765453"/>
                </a:lnTo>
                <a:lnTo>
                  <a:pt x="889635" y="771525"/>
                </a:lnTo>
                <a:lnTo>
                  <a:pt x="883540" y="772932"/>
                </a:lnTo>
                <a:lnTo>
                  <a:pt x="877401" y="774295"/>
                </a:lnTo>
                <a:lnTo>
                  <a:pt x="871218" y="775617"/>
                </a:lnTo>
                <a:lnTo>
                  <a:pt x="864989" y="776898"/>
                </a:lnTo>
                <a:lnTo>
                  <a:pt x="858716" y="778140"/>
                </a:lnTo>
                <a:lnTo>
                  <a:pt x="852398" y="779344"/>
                </a:lnTo>
                <a:lnTo>
                  <a:pt x="846036" y="780512"/>
                </a:lnTo>
                <a:lnTo>
                  <a:pt x="839629" y="781645"/>
                </a:lnTo>
                <a:lnTo>
                  <a:pt x="833177" y="782745"/>
                </a:lnTo>
                <a:lnTo>
                  <a:pt x="826681" y="783813"/>
                </a:lnTo>
                <a:lnTo>
                  <a:pt x="820140" y="784850"/>
                </a:lnTo>
                <a:lnTo>
                  <a:pt x="813554" y="785857"/>
                </a:lnTo>
                <a:lnTo>
                  <a:pt x="806924" y="786837"/>
                </a:lnTo>
                <a:lnTo>
                  <a:pt x="800249" y="787790"/>
                </a:lnTo>
                <a:lnTo>
                  <a:pt x="793529" y="788718"/>
                </a:lnTo>
                <a:lnTo>
                  <a:pt x="786765" y="789623"/>
                </a:lnTo>
                <a:lnTo>
                  <a:pt x="788919" y="786218"/>
                </a:lnTo>
                <a:lnTo>
                  <a:pt x="791090" y="782791"/>
                </a:lnTo>
                <a:lnTo>
                  <a:pt x="793276" y="779342"/>
                </a:lnTo>
                <a:lnTo>
                  <a:pt x="795471" y="775871"/>
                </a:lnTo>
                <a:lnTo>
                  <a:pt x="797672" y="772377"/>
                </a:lnTo>
                <a:lnTo>
                  <a:pt x="799875" y="768861"/>
                </a:lnTo>
                <a:lnTo>
                  <a:pt x="802075" y="765323"/>
                </a:lnTo>
                <a:lnTo>
                  <a:pt x="804267" y="761762"/>
                </a:lnTo>
                <a:lnTo>
                  <a:pt x="806449" y="758179"/>
                </a:lnTo>
                <a:lnTo>
                  <a:pt x="808615" y="754573"/>
                </a:lnTo>
                <a:lnTo>
                  <a:pt x="810761" y="750946"/>
                </a:lnTo>
                <a:lnTo>
                  <a:pt x="812884" y="747296"/>
                </a:lnTo>
                <a:lnTo>
                  <a:pt x="814979" y="743623"/>
                </a:lnTo>
                <a:lnTo>
                  <a:pt x="817042" y="739929"/>
                </a:lnTo>
                <a:lnTo>
                  <a:pt x="819069" y="736212"/>
                </a:lnTo>
                <a:lnTo>
                  <a:pt x="821055" y="732473"/>
                </a:lnTo>
                <a:lnTo>
                  <a:pt x="823187" y="728722"/>
                </a:lnTo>
                <a:lnTo>
                  <a:pt x="825298" y="724973"/>
                </a:lnTo>
                <a:lnTo>
                  <a:pt x="827390" y="721227"/>
                </a:lnTo>
                <a:lnTo>
                  <a:pt x="829464" y="717486"/>
                </a:lnTo>
                <a:lnTo>
                  <a:pt x="831521" y="713749"/>
                </a:lnTo>
                <a:lnTo>
                  <a:pt x="833562" y="710020"/>
                </a:lnTo>
                <a:lnTo>
                  <a:pt x="835590" y="706299"/>
                </a:lnTo>
                <a:lnTo>
                  <a:pt x="837605" y="702588"/>
                </a:lnTo>
                <a:lnTo>
                  <a:pt x="839609" y="698888"/>
                </a:lnTo>
                <a:lnTo>
                  <a:pt x="841603" y="695200"/>
                </a:lnTo>
                <a:lnTo>
                  <a:pt x="843588" y="691527"/>
                </a:lnTo>
                <a:lnTo>
                  <a:pt x="845567" y="687869"/>
                </a:lnTo>
                <a:lnTo>
                  <a:pt x="847540" y="684227"/>
                </a:lnTo>
                <a:lnTo>
                  <a:pt x="849509" y="680604"/>
                </a:lnTo>
                <a:lnTo>
                  <a:pt x="851475" y="677000"/>
                </a:lnTo>
                <a:lnTo>
                  <a:pt x="853440" y="673418"/>
                </a:lnTo>
                <a:close/>
                <a:moveTo>
                  <a:pt x="609600" y="931545"/>
                </a:moveTo>
                <a:lnTo>
                  <a:pt x="605325" y="926879"/>
                </a:lnTo>
                <a:lnTo>
                  <a:pt x="601072" y="922171"/>
                </a:lnTo>
                <a:lnTo>
                  <a:pt x="596842" y="917420"/>
                </a:lnTo>
                <a:lnTo>
                  <a:pt x="592634" y="912629"/>
                </a:lnTo>
                <a:lnTo>
                  <a:pt x="588448" y="907799"/>
                </a:lnTo>
                <a:lnTo>
                  <a:pt x="584284" y="902931"/>
                </a:lnTo>
                <a:lnTo>
                  <a:pt x="580143" y="898027"/>
                </a:lnTo>
                <a:lnTo>
                  <a:pt x="576024" y="893088"/>
                </a:lnTo>
                <a:lnTo>
                  <a:pt x="571928" y="888115"/>
                </a:lnTo>
                <a:lnTo>
                  <a:pt x="567854" y="883111"/>
                </a:lnTo>
                <a:lnTo>
                  <a:pt x="563802" y="878075"/>
                </a:lnTo>
                <a:lnTo>
                  <a:pt x="559772" y="873011"/>
                </a:lnTo>
                <a:lnTo>
                  <a:pt x="555765" y="867918"/>
                </a:lnTo>
                <a:lnTo>
                  <a:pt x="551780" y="862799"/>
                </a:lnTo>
                <a:lnTo>
                  <a:pt x="547818" y="857655"/>
                </a:lnTo>
                <a:lnTo>
                  <a:pt x="543878" y="852488"/>
                </a:lnTo>
                <a:lnTo>
                  <a:pt x="547985" y="852666"/>
                </a:lnTo>
                <a:lnTo>
                  <a:pt x="552093" y="852843"/>
                </a:lnTo>
                <a:lnTo>
                  <a:pt x="556200" y="853017"/>
                </a:lnTo>
                <a:lnTo>
                  <a:pt x="560308" y="853187"/>
                </a:lnTo>
                <a:lnTo>
                  <a:pt x="564416" y="853351"/>
                </a:lnTo>
                <a:lnTo>
                  <a:pt x="568523" y="853509"/>
                </a:lnTo>
                <a:lnTo>
                  <a:pt x="572631" y="853658"/>
                </a:lnTo>
                <a:lnTo>
                  <a:pt x="576739" y="853797"/>
                </a:lnTo>
                <a:lnTo>
                  <a:pt x="580846" y="853925"/>
                </a:lnTo>
                <a:lnTo>
                  <a:pt x="584954" y="854041"/>
                </a:lnTo>
                <a:lnTo>
                  <a:pt x="589062" y="854143"/>
                </a:lnTo>
                <a:lnTo>
                  <a:pt x="593169" y="854229"/>
                </a:lnTo>
                <a:lnTo>
                  <a:pt x="597277" y="854298"/>
                </a:lnTo>
                <a:lnTo>
                  <a:pt x="601385" y="854350"/>
                </a:lnTo>
                <a:lnTo>
                  <a:pt x="605492" y="854382"/>
                </a:lnTo>
                <a:lnTo>
                  <a:pt x="609600" y="854393"/>
                </a:lnTo>
                <a:lnTo>
                  <a:pt x="613708" y="854382"/>
                </a:lnTo>
                <a:lnTo>
                  <a:pt x="617815" y="854350"/>
                </a:lnTo>
                <a:lnTo>
                  <a:pt x="621923" y="854298"/>
                </a:lnTo>
                <a:lnTo>
                  <a:pt x="626031" y="854229"/>
                </a:lnTo>
                <a:lnTo>
                  <a:pt x="630138" y="854143"/>
                </a:lnTo>
                <a:lnTo>
                  <a:pt x="634246" y="854041"/>
                </a:lnTo>
                <a:lnTo>
                  <a:pt x="638354" y="853925"/>
                </a:lnTo>
                <a:lnTo>
                  <a:pt x="642461" y="853797"/>
                </a:lnTo>
                <a:lnTo>
                  <a:pt x="646569" y="853658"/>
                </a:lnTo>
                <a:lnTo>
                  <a:pt x="650677" y="853509"/>
                </a:lnTo>
                <a:lnTo>
                  <a:pt x="654784" y="853351"/>
                </a:lnTo>
                <a:lnTo>
                  <a:pt x="658892" y="853187"/>
                </a:lnTo>
                <a:lnTo>
                  <a:pt x="663000" y="853017"/>
                </a:lnTo>
                <a:lnTo>
                  <a:pt x="667107" y="852843"/>
                </a:lnTo>
                <a:lnTo>
                  <a:pt x="671215" y="852666"/>
                </a:lnTo>
                <a:lnTo>
                  <a:pt x="675323" y="852488"/>
                </a:lnTo>
                <a:lnTo>
                  <a:pt x="671382" y="857655"/>
                </a:lnTo>
                <a:lnTo>
                  <a:pt x="667420" y="862799"/>
                </a:lnTo>
                <a:lnTo>
                  <a:pt x="663435" y="867918"/>
                </a:lnTo>
                <a:lnTo>
                  <a:pt x="659428" y="873011"/>
                </a:lnTo>
                <a:lnTo>
                  <a:pt x="655398" y="878075"/>
                </a:lnTo>
                <a:lnTo>
                  <a:pt x="651346" y="883111"/>
                </a:lnTo>
                <a:lnTo>
                  <a:pt x="647272" y="888115"/>
                </a:lnTo>
                <a:lnTo>
                  <a:pt x="643176" y="893088"/>
                </a:lnTo>
                <a:lnTo>
                  <a:pt x="639057" y="898027"/>
                </a:lnTo>
                <a:lnTo>
                  <a:pt x="634916" y="902931"/>
                </a:lnTo>
                <a:lnTo>
                  <a:pt x="630752" y="907799"/>
                </a:lnTo>
                <a:lnTo>
                  <a:pt x="626566" y="912629"/>
                </a:lnTo>
                <a:lnTo>
                  <a:pt x="622358" y="917420"/>
                </a:lnTo>
                <a:lnTo>
                  <a:pt x="618128" y="922171"/>
                </a:lnTo>
                <a:lnTo>
                  <a:pt x="613875" y="926879"/>
                </a:lnTo>
                <a:lnTo>
                  <a:pt x="609600" y="931545"/>
                </a:lnTo>
                <a:close/>
                <a:moveTo>
                  <a:pt x="432435" y="788670"/>
                </a:moveTo>
                <a:lnTo>
                  <a:pt x="425671" y="787766"/>
                </a:lnTo>
                <a:lnTo>
                  <a:pt x="418951" y="786838"/>
                </a:lnTo>
                <a:lnTo>
                  <a:pt x="412276" y="785884"/>
                </a:lnTo>
                <a:lnTo>
                  <a:pt x="405646" y="784905"/>
                </a:lnTo>
                <a:lnTo>
                  <a:pt x="399060" y="783897"/>
                </a:lnTo>
                <a:lnTo>
                  <a:pt x="392519" y="782860"/>
                </a:lnTo>
                <a:lnTo>
                  <a:pt x="386023" y="781793"/>
                </a:lnTo>
                <a:lnTo>
                  <a:pt x="379571" y="780693"/>
                </a:lnTo>
                <a:lnTo>
                  <a:pt x="373164" y="779560"/>
                </a:lnTo>
                <a:lnTo>
                  <a:pt x="366802" y="778392"/>
                </a:lnTo>
                <a:lnTo>
                  <a:pt x="360484" y="777187"/>
                </a:lnTo>
                <a:lnTo>
                  <a:pt x="354211" y="775945"/>
                </a:lnTo>
                <a:lnTo>
                  <a:pt x="347982" y="774664"/>
                </a:lnTo>
                <a:lnTo>
                  <a:pt x="341799" y="773343"/>
                </a:lnTo>
                <a:lnTo>
                  <a:pt x="335660" y="771979"/>
                </a:lnTo>
                <a:lnTo>
                  <a:pt x="329565" y="770572"/>
                </a:lnTo>
                <a:lnTo>
                  <a:pt x="331541" y="764657"/>
                </a:lnTo>
                <a:lnTo>
                  <a:pt x="333542" y="758700"/>
                </a:lnTo>
                <a:lnTo>
                  <a:pt x="335572" y="752703"/>
                </a:lnTo>
                <a:lnTo>
                  <a:pt x="337631" y="746671"/>
                </a:lnTo>
                <a:lnTo>
                  <a:pt x="339725" y="740605"/>
                </a:lnTo>
                <a:lnTo>
                  <a:pt x="341854" y="734508"/>
                </a:lnTo>
                <a:lnTo>
                  <a:pt x="344023" y="728383"/>
                </a:lnTo>
                <a:lnTo>
                  <a:pt x="346234" y="722233"/>
                </a:lnTo>
                <a:lnTo>
                  <a:pt x="348489" y="716061"/>
                </a:lnTo>
                <a:lnTo>
                  <a:pt x="350792" y="709869"/>
                </a:lnTo>
                <a:lnTo>
                  <a:pt x="353144" y="703661"/>
                </a:lnTo>
                <a:lnTo>
                  <a:pt x="355550" y="697438"/>
                </a:lnTo>
                <a:lnTo>
                  <a:pt x="358012" y="691205"/>
                </a:lnTo>
                <a:lnTo>
                  <a:pt x="360532" y="684963"/>
                </a:lnTo>
                <a:lnTo>
                  <a:pt x="363114" y="678715"/>
                </a:lnTo>
                <a:lnTo>
                  <a:pt x="365760" y="672465"/>
                </a:lnTo>
                <a:lnTo>
                  <a:pt x="367725" y="676048"/>
                </a:lnTo>
                <a:lnTo>
                  <a:pt x="369691" y="679650"/>
                </a:lnTo>
                <a:lnTo>
                  <a:pt x="371660" y="683269"/>
                </a:lnTo>
                <a:lnTo>
                  <a:pt x="373633" y="686901"/>
                </a:lnTo>
                <a:lnTo>
                  <a:pt x="375612" y="690545"/>
                </a:lnTo>
                <a:lnTo>
                  <a:pt x="377597" y="694198"/>
                </a:lnTo>
                <a:lnTo>
                  <a:pt x="379591" y="697856"/>
                </a:lnTo>
                <a:lnTo>
                  <a:pt x="381595" y="701516"/>
                </a:lnTo>
                <a:lnTo>
                  <a:pt x="383610" y="705177"/>
                </a:lnTo>
                <a:lnTo>
                  <a:pt x="385638" y="708835"/>
                </a:lnTo>
                <a:lnTo>
                  <a:pt x="387679" y="712487"/>
                </a:lnTo>
                <a:lnTo>
                  <a:pt x="389736" y="716131"/>
                </a:lnTo>
                <a:lnTo>
                  <a:pt x="391810" y="719764"/>
                </a:lnTo>
                <a:lnTo>
                  <a:pt x="393902" y="723383"/>
                </a:lnTo>
                <a:lnTo>
                  <a:pt x="396013" y="726985"/>
                </a:lnTo>
                <a:lnTo>
                  <a:pt x="398145" y="730567"/>
                </a:lnTo>
                <a:lnTo>
                  <a:pt x="400288" y="734464"/>
                </a:lnTo>
                <a:lnTo>
                  <a:pt x="402431" y="738299"/>
                </a:lnTo>
                <a:lnTo>
                  <a:pt x="404574" y="742078"/>
                </a:lnTo>
                <a:lnTo>
                  <a:pt x="406717" y="745807"/>
                </a:lnTo>
                <a:lnTo>
                  <a:pt x="408861" y="749492"/>
                </a:lnTo>
                <a:lnTo>
                  <a:pt x="411004" y="753137"/>
                </a:lnTo>
                <a:lnTo>
                  <a:pt x="413147" y="756749"/>
                </a:lnTo>
                <a:lnTo>
                  <a:pt x="415290" y="760333"/>
                </a:lnTo>
                <a:lnTo>
                  <a:pt x="417433" y="763895"/>
                </a:lnTo>
                <a:lnTo>
                  <a:pt x="419576" y="767440"/>
                </a:lnTo>
                <a:lnTo>
                  <a:pt x="421719" y="770973"/>
                </a:lnTo>
                <a:lnTo>
                  <a:pt x="423862" y="774502"/>
                </a:lnTo>
                <a:lnTo>
                  <a:pt x="426006" y="778030"/>
                </a:lnTo>
                <a:lnTo>
                  <a:pt x="428149" y="781563"/>
                </a:lnTo>
                <a:lnTo>
                  <a:pt x="430292" y="785108"/>
                </a:lnTo>
                <a:lnTo>
                  <a:pt x="432435" y="788670"/>
                </a:lnTo>
                <a:close/>
                <a:moveTo>
                  <a:pt x="365760" y="545783"/>
                </a:moveTo>
                <a:lnTo>
                  <a:pt x="363114" y="539543"/>
                </a:lnTo>
                <a:lnTo>
                  <a:pt x="360532" y="533324"/>
                </a:lnTo>
                <a:lnTo>
                  <a:pt x="358012" y="527124"/>
                </a:lnTo>
                <a:lnTo>
                  <a:pt x="355550" y="520943"/>
                </a:lnTo>
                <a:lnTo>
                  <a:pt x="353144" y="514779"/>
                </a:lnTo>
                <a:lnTo>
                  <a:pt x="350792" y="508629"/>
                </a:lnTo>
                <a:lnTo>
                  <a:pt x="348489" y="502494"/>
                </a:lnTo>
                <a:lnTo>
                  <a:pt x="346234" y="496372"/>
                </a:lnTo>
                <a:lnTo>
                  <a:pt x="344023" y="490260"/>
                </a:lnTo>
                <a:lnTo>
                  <a:pt x="341854" y="484158"/>
                </a:lnTo>
                <a:lnTo>
                  <a:pt x="339725" y="478065"/>
                </a:lnTo>
                <a:lnTo>
                  <a:pt x="337631" y="471979"/>
                </a:lnTo>
                <a:lnTo>
                  <a:pt x="335572" y="465898"/>
                </a:lnTo>
                <a:lnTo>
                  <a:pt x="333542" y="459821"/>
                </a:lnTo>
                <a:lnTo>
                  <a:pt x="331541" y="453747"/>
                </a:lnTo>
                <a:lnTo>
                  <a:pt x="329565" y="447675"/>
                </a:lnTo>
                <a:lnTo>
                  <a:pt x="335660" y="446268"/>
                </a:lnTo>
                <a:lnTo>
                  <a:pt x="341799" y="444905"/>
                </a:lnTo>
                <a:lnTo>
                  <a:pt x="347982" y="443583"/>
                </a:lnTo>
                <a:lnTo>
                  <a:pt x="354211" y="442302"/>
                </a:lnTo>
                <a:lnTo>
                  <a:pt x="360484" y="441060"/>
                </a:lnTo>
                <a:lnTo>
                  <a:pt x="366802" y="439856"/>
                </a:lnTo>
                <a:lnTo>
                  <a:pt x="373164" y="438688"/>
                </a:lnTo>
                <a:lnTo>
                  <a:pt x="379571" y="437555"/>
                </a:lnTo>
                <a:lnTo>
                  <a:pt x="386023" y="436455"/>
                </a:lnTo>
                <a:lnTo>
                  <a:pt x="392519" y="435387"/>
                </a:lnTo>
                <a:lnTo>
                  <a:pt x="399060" y="434350"/>
                </a:lnTo>
                <a:lnTo>
                  <a:pt x="405646" y="433343"/>
                </a:lnTo>
                <a:lnTo>
                  <a:pt x="412276" y="432363"/>
                </a:lnTo>
                <a:lnTo>
                  <a:pt x="418951" y="431410"/>
                </a:lnTo>
                <a:lnTo>
                  <a:pt x="425671" y="430482"/>
                </a:lnTo>
                <a:lnTo>
                  <a:pt x="432435" y="429578"/>
                </a:lnTo>
                <a:lnTo>
                  <a:pt x="430281" y="432982"/>
                </a:lnTo>
                <a:lnTo>
                  <a:pt x="428110" y="436409"/>
                </a:lnTo>
                <a:lnTo>
                  <a:pt x="425924" y="439858"/>
                </a:lnTo>
                <a:lnTo>
                  <a:pt x="423729" y="443329"/>
                </a:lnTo>
                <a:lnTo>
                  <a:pt x="421528" y="446823"/>
                </a:lnTo>
                <a:lnTo>
                  <a:pt x="419325" y="450339"/>
                </a:lnTo>
                <a:lnTo>
                  <a:pt x="417125" y="453877"/>
                </a:lnTo>
                <a:lnTo>
                  <a:pt x="414933" y="457438"/>
                </a:lnTo>
                <a:lnTo>
                  <a:pt x="412751" y="461021"/>
                </a:lnTo>
                <a:lnTo>
                  <a:pt x="410585" y="464627"/>
                </a:lnTo>
                <a:lnTo>
                  <a:pt x="408439" y="468254"/>
                </a:lnTo>
                <a:lnTo>
                  <a:pt x="406316" y="471904"/>
                </a:lnTo>
                <a:lnTo>
                  <a:pt x="404221" y="475577"/>
                </a:lnTo>
                <a:lnTo>
                  <a:pt x="402158" y="479271"/>
                </a:lnTo>
                <a:lnTo>
                  <a:pt x="400131" y="482988"/>
                </a:lnTo>
                <a:lnTo>
                  <a:pt x="398145" y="486728"/>
                </a:lnTo>
                <a:lnTo>
                  <a:pt x="396013" y="490478"/>
                </a:lnTo>
                <a:lnTo>
                  <a:pt x="393902" y="494227"/>
                </a:lnTo>
                <a:lnTo>
                  <a:pt x="391810" y="497973"/>
                </a:lnTo>
                <a:lnTo>
                  <a:pt x="389736" y="501714"/>
                </a:lnTo>
                <a:lnTo>
                  <a:pt x="387679" y="505451"/>
                </a:lnTo>
                <a:lnTo>
                  <a:pt x="385638" y="509180"/>
                </a:lnTo>
                <a:lnTo>
                  <a:pt x="383610" y="512901"/>
                </a:lnTo>
                <a:lnTo>
                  <a:pt x="381595" y="516612"/>
                </a:lnTo>
                <a:lnTo>
                  <a:pt x="379591" y="520312"/>
                </a:lnTo>
                <a:lnTo>
                  <a:pt x="377597" y="524000"/>
                </a:lnTo>
                <a:lnTo>
                  <a:pt x="375612" y="527673"/>
                </a:lnTo>
                <a:lnTo>
                  <a:pt x="373633" y="531331"/>
                </a:lnTo>
                <a:lnTo>
                  <a:pt x="371660" y="534973"/>
                </a:lnTo>
                <a:lnTo>
                  <a:pt x="369691" y="538596"/>
                </a:lnTo>
                <a:lnTo>
                  <a:pt x="367725" y="542200"/>
                </a:lnTo>
                <a:lnTo>
                  <a:pt x="365760" y="545783"/>
                </a:lnTo>
                <a:close/>
                <a:moveTo>
                  <a:pt x="609600" y="287655"/>
                </a:moveTo>
                <a:lnTo>
                  <a:pt x="613875" y="292321"/>
                </a:lnTo>
                <a:lnTo>
                  <a:pt x="618128" y="297029"/>
                </a:lnTo>
                <a:lnTo>
                  <a:pt x="622358" y="301780"/>
                </a:lnTo>
                <a:lnTo>
                  <a:pt x="626566" y="306571"/>
                </a:lnTo>
                <a:lnTo>
                  <a:pt x="630752" y="311401"/>
                </a:lnTo>
                <a:lnTo>
                  <a:pt x="634916" y="316269"/>
                </a:lnTo>
                <a:lnTo>
                  <a:pt x="639057" y="321173"/>
                </a:lnTo>
                <a:lnTo>
                  <a:pt x="643176" y="326112"/>
                </a:lnTo>
                <a:lnTo>
                  <a:pt x="647272" y="331085"/>
                </a:lnTo>
                <a:lnTo>
                  <a:pt x="651346" y="336089"/>
                </a:lnTo>
                <a:lnTo>
                  <a:pt x="655398" y="341125"/>
                </a:lnTo>
                <a:lnTo>
                  <a:pt x="659428" y="346189"/>
                </a:lnTo>
                <a:lnTo>
                  <a:pt x="663435" y="351282"/>
                </a:lnTo>
                <a:lnTo>
                  <a:pt x="667420" y="356401"/>
                </a:lnTo>
                <a:lnTo>
                  <a:pt x="671382" y="361545"/>
                </a:lnTo>
                <a:lnTo>
                  <a:pt x="675323" y="366713"/>
                </a:lnTo>
                <a:lnTo>
                  <a:pt x="671215" y="366534"/>
                </a:lnTo>
                <a:lnTo>
                  <a:pt x="667107" y="366357"/>
                </a:lnTo>
                <a:lnTo>
                  <a:pt x="663000" y="366183"/>
                </a:lnTo>
                <a:lnTo>
                  <a:pt x="658892" y="366013"/>
                </a:lnTo>
                <a:lnTo>
                  <a:pt x="654784" y="365849"/>
                </a:lnTo>
                <a:lnTo>
                  <a:pt x="650677" y="365691"/>
                </a:lnTo>
                <a:lnTo>
                  <a:pt x="646569" y="365542"/>
                </a:lnTo>
                <a:lnTo>
                  <a:pt x="642461" y="365403"/>
                </a:lnTo>
                <a:lnTo>
                  <a:pt x="638354" y="365275"/>
                </a:lnTo>
                <a:lnTo>
                  <a:pt x="634246" y="365159"/>
                </a:lnTo>
                <a:lnTo>
                  <a:pt x="630138" y="365057"/>
                </a:lnTo>
                <a:lnTo>
                  <a:pt x="626031" y="364971"/>
                </a:lnTo>
                <a:lnTo>
                  <a:pt x="621923" y="364902"/>
                </a:lnTo>
                <a:lnTo>
                  <a:pt x="617815" y="364850"/>
                </a:lnTo>
                <a:lnTo>
                  <a:pt x="613708" y="364818"/>
                </a:lnTo>
                <a:lnTo>
                  <a:pt x="609600" y="364808"/>
                </a:lnTo>
                <a:lnTo>
                  <a:pt x="605492" y="364818"/>
                </a:lnTo>
                <a:lnTo>
                  <a:pt x="601385" y="364850"/>
                </a:lnTo>
                <a:lnTo>
                  <a:pt x="597277" y="364902"/>
                </a:lnTo>
                <a:lnTo>
                  <a:pt x="593169" y="364971"/>
                </a:lnTo>
                <a:lnTo>
                  <a:pt x="589062" y="365057"/>
                </a:lnTo>
                <a:lnTo>
                  <a:pt x="584954" y="365159"/>
                </a:lnTo>
                <a:lnTo>
                  <a:pt x="580846" y="365275"/>
                </a:lnTo>
                <a:lnTo>
                  <a:pt x="576739" y="365403"/>
                </a:lnTo>
                <a:lnTo>
                  <a:pt x="572631" y="365542"/>
                </a:lnTo>
                <a:lnTo>
                  <a:pt x="568523" y="365691"/>
                </a:lnTo>
                <a:lnTo>
                  <a:pt x="564416" y="365849"/>
                </a:lnTo>
                <a:lnTo>
                  <a:pt x="560308" y="366013"/>
                </a:lnTo>
                <a:lnTo>
                  <a:pt x="556200" y="366183"/>
                </a:lnTo>
                <a:lnTo>
                  <a:pt x="552093" y="366357"/>
                </a:lnTo>
                <a:lnTo>
                  <a:pt x="547985" y="366534"/>
                </a:lnTo>
                <a:lnTo>
                  <a:pt x="543878" y="366713"/>
                </a:lnTo>
                <a:lnTo>
                  <a:pt x="547818" y="361545"/>
                </a:lnTo>
                <a:lnTo>
                  <a:pt x="551780" y="356401"/>
                </a:lnTo>
                <a:lnTo>
                  <a:pt x="555765" y="351282"/>
                </a:lnTo>
                <a:lnTo>
                  <a:pt x="559772" y="346189"/>
                </a:lnTo>
                <a:lnTo>
                  <a:pt x="563802" y="341125"/>
                </a:lnTo>
                <a:lnTo>
                  <a:pt x="567854" y="336089"/>
                </a:lnTo>
                <a:lnTo>
                  <a:pt x="571928" y="331085"/>
                </a:lnTo>
                <a:lnTo>
                  <a:pt x="576024" y="326112"/>
                </a:lnTo>
                <a:lnTo>
                  <a:pt x="580143" y="321173"/>
                </a:lnTo>
                <a:lnTo>
                  <a:pt x="584284" y="316269"/>
                </a:lnTo>
                <a:lnTo>
                  <a:pt x="588448" y="311401"/>
                </a:lnTo>
                <a:lnTo>
                  <a:pt x="592634" y="306571"/>
                </a:lnTo>
                <a:lnTo>
                  <a:pt x="596842" y="301780"/>
                </a:lnTo>
                <a:lnTo>
                  <a:pt x="601072" y="297029"/>
                </a:lnTo>
                <a:lnTo>
                  <a:pt x="605325" y="292321"/>
                </a:lnTo>
                <a:lnTo>
                  <a:pt x="609600" y="287655"/>
                </a:lnTo>
                <a:close/>
                <a:moveTo>
                  <a:pt x="821055" y="487680"/>
                </a:moveTo>
                <a:lnTo>
                  <a:pt x="786765" y="430530"/>
                </a:lnTo>
                <a:lnTo>
                  <a:pt x="793529" y="431434"/>
                </a:lnTo>
                <a:lnTo>
                  <a:pt x="800249" y="432362"/>
                </a:lnTo>
                <a:lnTo>
                  <a:pt x="806924" y="433316"/>
                </a:lnTo>
                <a:lnTo>
                  <a:pt x="813554" y="434295"/>
                </a:lnTo>
                <a:lnTo>
                  <a:pt x="820140" y="435303"/>
                </a:lnTo>
                <a:lnTo>
                  <a:pt x="826681" y="436340"/>
                </a:lnTo>
                <a:lnTo>
                  <a:pt x="833177" y="437407"/>
                </a:lnTo>
                <a:lnTo>
                  <a:pt x="839629" y="438507"/>
                </a:lnTo>
                <a:lnTo>
                  <a:pt x="846036" y="439640"/>
                </a:lnTo>
                <a:lnTo>
                  <a:pt x="852398" y="440808"/>
                </a:lnTo>
                <a:lnTo>
                  <a:pt x="858716" y="442013"/>
                </a:lnTo>
                <a:lnTo>
                  <a:pt x="864989" y="443255"/>
                </a:lnTo>
                <a:lnTo>
                  <a:pt x="871218" y="444536"/>
                </a:lnTo>
                <a:lnTo>
                  <a:pt x="877401" y="445857"/>
                </a:lnTo>
                <a:lnTo>
                  <a:pt x="883540" y="447221"/>
                </a:lnTo>
                <a:lnTo>
                  <a:pt x="889635" y="448628"/>
                </a:lnTo>
                <a:lnTo>
                  <a:pt x="887659" y="454543"/>
                </a:lnTo>
                <a:lnTo>
                  <a:pt x="885658" y="460500"/>
                </a:lnTo>
                <a:lnTo>
                  <a:pt x="883628" y="466497"/>
                </a:lnTo>
                <a:lnTo>
                  <a:pt x="881569" y="472529"/>
                </a:lnTo>
                <a:lnTo>
                  <a:pt x="879475" y="478595"/>
                </a:lnTo>
                <a:lnTo>
                  <a:pt x="877346" y="484692"/>
                </a:lnTo>
                <a:lnTo>
                  <a:pt x="875177" y="490817"/>
                </a:lnTo>
                <a:lnTo>
                  <a:pt x="872966" y="496967"/>
                </a:lnTo>
                <a:lnTo>
                  <a:pt x="870711" y="503139"/>
                </a:lnTo>
                <a:lnTo>
                  <a:pt x="868408" y="509331"/>
                </a:lnTo>
                <a:lnTo>
                  <a:pt x="866056" y="515539"/>
                </a:lnTo>
                <a:lnTo>
                  <a:pt x="863650" y="521762"/>
                </a:lnTo>
                <a:lnTo>
                  <a:pt x="861188" y="527995"/>
                </a:lnTo>
                <a:lnTo>
                  <a:pt x="858668" y="534237"/>
                </a:lnTo>
                <a:lnTo>
                  <a:pt x="856086" y="540485"/>
                </a:lnTo>
                <a:lnTo>
                  <a:pt x="853440" y="546735"/>
                </a:lnTo>
                <a:lnTo>
                  <a:pt x="851475" y="542985"/>
                </a:lnTo>
                <a:lnTo>
                  <a:pt x="849509" y="539236"/>
                </a:lnTo>
                <a:lnTo>
                  <a:pt x="847540" y="535490"/>
                </a:lnTo>
                <a:lnTo>
                  <a:pt x="845567" y="531748"/>
                </a:lnTo>
                <a:lnTo>
                  <a:pt x="843588" y="528012"/>
                </a:lnTo>
                <a:lnTo>
                  <a:pt x="841603" y="524282"/>
                </a:lnTo>
                <a:lnTo>
                  <a:pt x="839609" y="520561"/>
                </a:lnTo>
                <a:lnTo>
                  <a:pt x="837605" y="516850"/>
                </a:lnTo>
                <a:lnTo>
                  <a:pt x="835590" y="513150"/>
                </a:lnTo>
                <a:lnTo>
                  <a:pt x="833562" y="509463"/>
                </a:lnTo>
                <a:lnTo>
                  <a:pt x="831521" y="505789"/>
                </a:lnTo>
                <a:lnTo>
                  <a:pt x="829464" y="502131"/>
                </a:lnTo>
                <a:lnTo>
                  <a:pt x="827390" y="498490"/>
                </a:lnTo>
                <a:lnTo>
                  <a:pt x="825298" y="494867"/>
                </a:lnTo>
                <a:lnTo>
                  <a:pt x="823187" y="491263"/>
                </a:lnTo>
                <a:lnTo>
                  <a:pt x="821055" y="487680"/>
                </a:lnTo>
                <a:close/>
                <a:moveTo>
                  <a:pt x="301943" y="333375"/>
                </a:moveTo>
                <a:lnTo>
                  <a:pt x="299252" y="314973"/>
                </a:lnTo>
                <a:lnTo>
                  <a:pt x="297247" y="297290"/>
                </a:lnTo>
                <a:lnTo>
                  <a:pt x="295923" y="280351"/>
                </a:lnTo>
                <a:lnTo>
                  <a:pt x="295275" y="264185"/>
                </a:lnTo>
                <a:lnTo>
                  <a:pt x="295296" y="248816"/>
                </a:lnTo>
                <a:lnTo>
                  <a:pt x="295982" y="234272"/>
                </a:lnTo>
                <a:lnTo>
                  <a:pt x="297326" y="220579"/>
                </a:lnTo>
                <a:lnTo>
                  <a:pt x="299323" y="207764"/>
                </a:lnTo>
                <a:lnTo>
                  <a:pt x="301968" y="195853"/>
                </a:lnTo>
                <a:lnTo>
                  <a:pt x="305254" y="184872"/>
                </a:lnTo>
                <a:lnTo>
                  <a:pt x="309176" y="174849"/>
                </a:lnTo>
                <a:lnTo>
                  <a:pt x="313730" y="165809"/>
                </a:lnTo>
                <a:lnTo>
                  <a:pt x="318908" y="157780"/>
                </a:lnTo>
                <a:lnTo>
                  <a:pt x="324706" y="150787"/>
                </a:lnTo>
                <a:lnTo>
                  <a:pt x="331117" y="144857"/>
                </a:lnTo>
                <a:lnTo>
                  <a:pt x="338138" y="140018"/>
                </a:lnTo>
                <a:lnTo>
                  <a:pt x="339946" y="138979"/>
                </a:lnTo>
                <a:lnTo>
                  <a:pt x="341797" y="138008"/>
                </a:lnTo>
                <a:lnTo>
                  <a:pt x="343690" y="137104"/>
                </a:lnTo>
                <a:lnTo>
                  <a:pt x="345624" y="136267"/>
                </a:lnTo>
                <a:lnTo>
                  <a:pt x="347596" y="135497"/>
                </a:lnTo>
                <a:lnTo>
                  <a:pt x="349607" y="134794"/>
                </a:lnTo>
                <a:lnTo>
                  <a:pt x="351653" y="134157"/>
                </a:lnTo>
                <a:lnTo>
                  <a:pt x="353735" y="133588"/>
                </a:lnTo>
                <a:lnTo>
                  <a:pt x="355850" y="133086"/>
                </a:lnTo>
                <a:lnTo>
                  <a:pt x="357997" y="132651"/>
                </a:lnTo>
                <a:lnTo>
                  <a:pt x="360175" y="132282"/>
                </a:lnTo>
                <a:lnTo>
                  <a:pt x="362382" y="131981"/>
                </a:lnTo>
                <a:lnTo>
                  <a:pt x="364617" y="131746"/>
                </a:lnTo>
                <a:lnTo>
                  <a:pt x="366878" y="131579"/>
                </a:lnTo>
                <a:lnTo>
                  <a:pt x="369165" y="131478"/>
                </a:lnTo>
                <a:lnTo>
                  <a:pt x="371475" y="131445"/>
                </a:lnTo>
                <a:lnTo>
                  <a:pt x="382355" y="131986"/>
                </a:lnTo>
                <a:lnTo>
                  <a:pt x="393548" y="133588"/>
                </a:lnTo>
                <a:lnTo>
                  <a:pt x="405035" y="136217"/>
                </a:lnTo>
                <a:lnTo>
                  <a:pt x="416793" y="139839"/>
                </a:lnTo>
                <a:lnTo>
                  <a:pt x="428803" y="144421"/>
                </a:lnTo>
                <a:lnTo>
                  <a:pt x="441043" y="149929"/>
                </a:lnTo>
                <a:lnTo>
                  <a:pt x="453492" y="156331"/>
                </a:lnTo>
                <a:lnTo>
                  <a:pt x="466130" y="163592"/>
                </a:lnTo>
                <a:lnTo>
                  <a:pt x="478935" y="171679"/>
                </a:lnTo>
                <a:lnTo>
                  <a:pt x="491886" y="180558"/>
                </a:lnTo>
                <a:lnTo>
                  <a:pt x="504963" y="190197"/>
                </a:lnTo>
                <a:lnTo>
                  <a:pt x="518145" y="200561"/>
                </a:lnTo>
                <a:lnTo>
                  <a:pt x="531411" y="211617"/>
                </a:lnTo>
                <a:lnTo>
                  <a:pt x="544739" y="223331"/>
                </a:lnTo>
                <a:lnTo>
                  <a:pt x="558109" y="235671"/>
                </a:lnTo>
                <a:lnTo>
                  <a:pt x="571500" y="248603"/>
                </a:lnTo>
                <a:lnTo>
                  <a:pt x="565249" y="255456"/>
                </a:lnTo>
                <a:lnTo>
                  <a:pt x="559000" y="262440"/>
                </a:lnTo>
                <a:lnTo>
                  <a:pt x="552754" y="269552"/>
                </a:lnTo>
                <a:lnTo>
                  <a:pt x="546512" y="276791"/>
                </a:lnTo>
                <a:lnTo>
                  <a:pt x="540275" y="284151"/>
                </a:lnTo>
                <a:lnTo>
                  <a:pt x="534046" y="291632"/>
                </a:lnTo>
                <a:lnTo>
                  <a:pt x="527824" y="299231"/>
                </a:lnTo>
                <a:lnTo>
                  <a:pt x="521613" y="306943"/>
                </a:lnTo>
                <a:lnTo>
                  <a:pt x="515412" y="314767"/>
                </a:lnTo>
                <a:lnTo>
                  <a:pt x="509225" y="322700"/>
                </a:lnTo>
                <a:lnTo>
                  <a:pt x="503051" y="330739"/>
                </a:lnTo>
                <a:lnTo>
                  <a:pt x="496892" y="338882"/>
                </a:lnTo>
                <a:lnTo>
                  <a:pt x="490751" y="347124"/>
                </a:lnTo>
                <a:lnTo>
                  <a:pt x="484627" y="355465"/>
                </a:lnTo>
                <a:lnTo>
                  <a:pt x="478523" y="363900"/>
                </a:lnTo>
                <a:lnTo>
                  <a:pt x="472440" y="372428"/>
                </a:lnTo>
                <a:lnTo>
                  <a:pt x="462115" y="373365"/>
                </a:lnTo>
                <a:lnTo>
                  <a:pt x="451857" y="374388"/>
                </a:lnTo>
                <a:lnTo>
                  <a:pt x="441666" y="375496"/>
                </a:lnTo>
                <a:lnTo>
                  <a:pt x="431542" y="376684"/>
                </a:lnTo>
                <a:lnTo>
                  <a:pt x="421485" y="377950"/>
                </a:lnTo>
                <a:lnTo>
                  <a:pt x="411495" y="379292"/>
                </a:lnTo>
                <a:lnTo>
                  <a:pt x="401572" y="380707"/>
                </a:lnTo>
                <a:lnTo>
                  <a:pt x="391716" y="382191"/>
                </a:lnTo>
                <a:lnTo>
                  <a:pt x="381926" y="383742"/>
                </a:lnTo>
                <a:lnTo>
                  <a:pt x="372204" y="385357"/>
                </a:lnTo>
                <a:lnTo>
                  <a:pt x="362549" y="387034"/>
                </a:lnTo>
                <a:lnTo>
                  <a:pt x="352961" y="388769"/>
                </a:lnTo>
                <a:lnTo>
                  <a:pt x="343440" y="390560"/>
                </a:lnTo>
                <a:lnTo>
                  <a:pt x="333985" y="392404"/>
                </a:lnTo>
                <a:lnTo>
                  <a:pt x="324598" y="394298"/>
                </a:lnTo>
                <a:lnTo>
                  <a:pt x="315278" y="396240"/>
                </a:lnTo>
                <a:lnTo>
                  <a:pt x="314228" y="392144"/>
                </a:lnTo>
                <a:lnTo>
                  <a:pt x="313220" y="388069"/>
                </a:lnTo>
                <a:lnTo>
                  <a:pt x="312251" y="384017"/>
                </a:lnTo>
                <a:lnTo>
                  <a:pt x="311319" y="379988"/>
                </a:lnTo>
                <a:lnTo>
                  <a:pt x="310420" y="375981"/>
                </a:lnTo>
                <a:lnTo>
                  <a:pt x="309551" y="371996"/>
                </a:lnTo>
                <a:lnTo>
                  <a:pt x="308711" y="368033"/>
                </a:lnTo>
                <a:lnTo>
                  <a:pt x="307896" y="364093"/>
                </a:lnTo>
                <a:lnTo>
                  <a:pt x="307103" y="360175"/>
                </a:lnTo>
                <a:lnTo>
                  <a:pt x="306329" y="356280"/>
                </a:lnTo>
                <a:lnTo>
                  <a:pt x="305573" y="352406"/>
                </a:lnTo>
                <a:lnTo>
                  <a:pt x="304830" y="348555"/>
                </a:lnTo>
                <a:lnTo>
                  <a:pt x="304098" y="344727"/>
                </a:lnTo>
                <a:lnTo>
                  <a:pt x="303375" y="340921"/>
                </a:lnTo>
                <a:lnTo>
                  <a:pt x="302657" y="337137"/>
                </a:lnTo>
                <a:lnTo>
                  <a:pt x="301943" y="333375"/>
                </a:lnTo>
                <a:close/>
                <a:moveTo>
                  <a:pt x="66675" y="609600"/>
                </a:moveTo>
                <a:lnTo>
                  <a:pt x="67308" y="601176"/>
                </a:lnTo>
                <a:lnTo>
                  <a:pt x="69194" y="592708"/>
                </a:lnTo>
                <a:lnTo>
                  <a:pt x="72313" y="584217"/>
                </a:lnTo>
                <a:lnTo>
                  <a:pt x="76646" y="575727"/>
                </a:lnTo>
                <a:lnTo>
                  <a:pt x="82174" y="567258"/>
                </a:lnTo>
                <a:lnTo>
                  <a:pt x="88876" y="558835"/>
                </a:lnTo>
                <a:lnTo>
                  <a:pt x="96734" y="550478"/>
                </a:lnTo>
                <a:lnTo>
                  <a:pt x="105728" y="542211"/>
                </a:lnTo>
                <a:lnTo>
                  <a:pt x="115837" y="534055"/>
                </a:lnTo>
                <a:lnTo>
                  <a:pt x="127043" y="526033"/>
                </a:lnTo>
                <a:lnTo>
                  <a:pt x="139327" y="518167"/>
                </a:lnTo>
                <a:lnTo>
                  <a:pt x="152668" y="510480"/>
                </a:lnTo>
                <a:lnTo>
                  <a:pt x="167047" y="502994"/>
                </a:lnTo>
                <a:lnTo>
                  <a:pt x="182445" y="495732"/>
                </a:lnTo>
                <a:lnTo>
                  <a:pt x="198841" y="488714"/>
                </a:lnTo>
                <a:lnTo>
                  <a:pt x="216218" y="481965"/>
                </a:lnTo>
                <a:lnTo>
                  <a:pt x="219811" y="480547"/>
                </a:lnTo>
                <a:lnTo>
                  <a:pt x="223447" y="479152"/>
                </a:lnTo>
                <a:lnTo>
                  <a:pt x="227121" y="477779"/>
                </a:lnTo>
                <a:lnTo>
                  <a:pt x="230832" y="476429"/>
                </a:lnTo>
                <a:lnTo>
                  <a:pt x="234577" y="475100"/>
                </a:lnTo>
                <a:lnTo>
                  <a:pt x="238352" y="473794"/>
                </a:lnTo>
                <a:lnTo>
                  <a:pt x="242155" y="472511"/>
                </a:lnTo>
                <a:lnTo>
                  <a:pt x="245983" y="471249"/>
                </a:lnTo>
                <a:lnTo>
                  <a:pt x="249834" y="470010"/>
                </a:lnTo>
                <a:lnTo>
                  <a:pt x="253704" y="468794"/>
                </a:lnTo>
                <a:lnTo>
                  <a:pt x="257590" y="467599"/>
                </a:lnTo>
                <a:lnTo>
                  <a:pt x="261491" y="466427"/>
                </a:lnTo>
                <a:lnTo>
                  <a:pt x="265403" y="465278"/>
                </a:lnTo>
                <a:lnTo>
                  <a:pt x="269323" y="464150"/>
                </a:lnTo>
                <a:lnTo>
                  <a:pt x="273249" y="463045"/>
                </a:lnTo>
                <a:lnTo>
                  <a:pt x="277178" y="461963"/>
                </a:lnTo>
                <a:lnTo>
                  <a:pt x="280080" y="470925"/>
                </a:lnTo>
                <a:lnTo>
                  <a:pt x="283071" y="479950"/>
                </a:lnTo>
                <a:lnTo>
                  <a:pt x="286152" y="489034"/>
                </a:lnTo>
                <a:lnTo>
                  <a:pt x="289322" y="498172"/>
                </a:lnTo>
                <a:lnTo>
                  <a:pt x="292581" y="507361"/>
                </a:lnTo>
                <a:lnTo>
                  <a:pt x="295930" y="516595"/>
                </a:lnTo>
                <a:lnTo>
                  <a:pt x="299368" y="525872"/>
                </a:lnTo>
                <a:lnTo>
                  <a:pt x="302895" y="535186"/>
                </a:lnTo>
                <a:lnTo>
                  <a:pt x="306512" y="544534"/>
                </a:lnTo>
                <a:lnTo>
                  <a:pt x="310217" y="553910"/>
                </a:lnTo>
                <a:lnTo>
                  <a:pt x="314012" y="563312"/>
                </a:lnTo>
                <a:lnTo>
                  <a:pt x="317897" y="572735"/>
                </a:lnTo>
                <a:lnTo>
                  <a:pt x="321871" y="582175"/>
                </a:lnTo>
                <a:lnTo>
                  <a:pt x="325934" y="591627"/>
                </a:lnTo>
                <a:lnTo>
                  <a:pt x="330086" y="601088"/>
                </a:lnTo>
                <a:lnTo>
                  <a:pt x="334328" y="610553"/>
                </a:lnTo>
                <a:lnTo>
                  <a:pt x="330075" y="620007"/>
                </a:lnTo>
                <a:lnTo>
                  <a:pt x="325895" y="629437"/>
                </a:lnTo>
                <a:lnTo>
                  <a:pt x="321789" y="638842"/>
                </a:lnTo>
                <a:lnTo>
                  <a:pt x="317763" y="648221"/>
                </a:lnTo>
                <a:lnTo>
                  <a:pt x="313821" y="657572"/>
                </a:lnTo>
                <a:lnTo>
                  <a:pt x="309966" y="666893"/>
                </a:lnTo>
                <a:lnTo>
                  <a:pt x="306204" y="676184"/>
                </a:lnTo>
                <a:lnTo>
                  <a:pt x="302538" y="685443"/>
                </a:lnTo>
                <a:lnTo>
                  <a:pt x="298972" y="694668"/>
                </a:lnTo>
                <a:lnTo>
                  <a:pt x="295511" y="703858"/>
                </a:lnTo>
                <a:lnTo>
                  <a:pt x="292159" y="713013"/>
                </a:lnTo>
                <a:lnTo>
                  <a:pt x="288920" y="722129"/>
                </a:lnTo>
                <a:lnTo>
                  <a:pt x="285798" y="731206"/>
                </a:lnTo>
                <a:lnTo>
                  <a:pt x="282798" y="740243"/>
                </a:lnTo>
                <a:lnTo>
                  <a:pt x="279923" y="749238"/>
                </a:lnTo>
                <a:lnTo>
                  <a:pt x="277178" y="758190"/>
                </a:lnTo>
                <a:lnTo>
                  <a:pt x="253152" y="750829"/>
                </a:lnTo>
                <a:lnTo>
                  <a:pt x="230393" y="743054"/>
                </a:lnTo>
                <a:lnTo>
                  <a:pt x="208941" y="734900"/>
                </a:lnTo>
                <a:lnTo>
                  <a:pt x="188833" y="726400"/>
                </a:lnTo>
                <a:lnTo>
                  <a:pt x="170110" y="717588"/>
                </a:lnTo>
                <a:lnTo>
                  <a:pt x="152809" y="708496"/>
                </a:lnTo>
                <a:lnTo>
                  <a:pt x="136971" y="699159"/>
                </a:lnTo>
                <a:lnTo>
                  <a:pt x="122634" y="689610"/>
                </a:lnTo>
                <a:lnTo>
                  <a:pt x="109838" y="679882"/>
                </a:lnTo>
                <a:lnTo>
                  <a:pt x="98621" y="670009"/>
                </a:lnTo>
                <a:lnTo>
                  <a:pt x="89022" y="660025"/>
                </a:lnTo>
                <a:lnTo>
                  <a:pt x="81082" y="649962"/>
                </a:lnTo>
                <a:lnTo>
                  <a:pt x="74837" y="639855"/>
                </a:lnTo>
                <a:lnTo>
                  <a:pt x="70329" y="629736"/>
                </a:lnTo>
                <a:lnTo>
                  <a:pt x="67595" y="619640"/>
                </a:lnTo>
                <a:lnTo>
                  <a:pt x="66675" y="609600"/>
                </a:lnTo>
                <a:close/>
                <a:moveTo>
                  <a:pt x="338138" y="1079183"/>
                </a:moveTo>
                <a:lnTo>
                  <a:pt x="331117" y="1074343"/>
                </a:lnTo>
                <a:lnTo>
                  <a:pt x="324706" y="1068413"/>
                </a:lnTo>
                <a:lnTo>
                  <a:pt x="318908" y="1061420"/>
                </a:lnTo>
                <a:lnTo>
                  <a:pt x="313730" y="1053391"/>
                </a:lnTo>
                <a:lnTo>
                  <a:pt x="309176" y="1044351"/>
                </a:lnTo>
                <a:lnTo>
                  <a:pt x="305254" y="1034328"/>
                </a:lnTo>
                <a:lnTo>
                  <a:pt x="301968" y="1023347"/>
                </a:lnTo>
                <a:lnTo>
                  <a:pt x="299323" y="1011436"/>
                </a:lnTo>
                <a:lnTo>
                  <a:pt x="297326" y="998621"/>
                </a:lnTo>
                <a:lnTo>
                  <a:pt x="295982" y="984928"/>
                </a:lnTo>
                <a:lnTo>
                  <a:pt x="295296" y="970384"/>
                </a:lnTo>
                <a:lnTo>
                  <a:pt x="295275" y="955015"/>
                </a:lnTo>
                <a:lnTo>
                  <a:pt x="295923" y="938849"/>
                </a:lnTo>
                <a:lnTo>
                  <a:pt x="297247" y="921910"/>
                </a:lnTo>
                <a:lnTo>
                  <a:pt x="299252" y="904227"/>
                </a:lnTo>
                <a:lnTo>
                  <a:pt x="301943" y="885825"/>
                </a:lnTo>
                <a:lnTo>
                  <a:pt x="302500" y="882063"/>
                </a:lnTo>
                <a:lnTo>
                  <a:pt x="303101" y="878279"/>
                </a:lnTo>
                <a:lnTo>
                  <a:pt x="303744" y="874473"/>
                </a:lnTo>
                <a:lnTo>
                  <a:pt x="304428" y="870645"/>
                </a:lnTo>
                <a:lnTo>
                  <a:pt x="305150" y="866794"/>
                </a:lnTo>
                <a:lnTo>
                  <a:pt x="305911" y="862920"/>
                </a:lnTo>
                <a:lnTo>
                  <a:pt x="306707" y="859025"/>
                </a:lnTo>
                <a:lnTo>
                  <a:pt x="307538" y="855107"/>
                </a:lnTo>
                <a:lnTo>
                  <a:pt x="308403" y="851167"/>
                </a:lnTo>
                <a:lnTo>
                  <a:pt x="309300" y="847204"/>
                </a:lnTo>
                <a:lnTo>
                  <a:pt x="310228" y="843219"/>
                </a:lnTo>
                <a:lnTo>
                  <a:pt x="311185" y="839212"/>
                </a:lnTo>
                <a:lnTo>
                  <a:pt x="312170" y="835183"/>
                </a:lnTo>
                <a:lnTo>
                  <a:pt x="313181" y="831131"/>
                </a:lnTo>
                <a:lnTo>
                  <a:pt x="314217" y="827056"/>
                </a:lnTo>
                <a:lnTo>
                  <a:pt x="315278" y="822960"/>
                </a:lnTo>
                <a:lnTo>
                  <a:pt x="324598" y="825059"/>
                </a:lnTo>
                <a:lnTo>
                  <a:pt x="333985" y="827070"/>
                </a:lnTo>
                <a:lnTo>
                  <a:pt x="343440" y="828994"/>
                </a:lnTo>
                <a:lnTo>
                  <a:pt x="352961" y="830833"/>
                </a:lnTo>
                <a:lnTo>
                  <a:pt x="362549" y="832588"/>
                </a:lnTo>
                <a:lnTo>
                  <a:pt x="372204" y="834262"/>
                </a:lnTo>
                <a:lnTo>
                  <a:pt x="381926" y="835854"/>
                </a:lnTo>
                <a:lnTo>
                  <a:pt x="391716" y="837367"/>
                </a:lnTo>
                <a:lnTo>
                  <a:pt x="401572" y="838801"/>
                </a:lnTo>
                <a:lnTo>
                  <a:pt x="411495" y="840159"/>
                </a:lnTo>
                <a:lnTo>
                  <a:pt x="421485" y="841441"/>
                </a:lnTo>
                <a:lnTo>
                  <a:pt x="431542" y="842650"/>
                </a:lnTo>
                <a:lnTo>
                  <a:pt x="441666" y="843786"/>
                </a:lnTo>
                <a:lnTo>
                  <a:pt x="451857" y="844851"/>
                </a:lnTo>
                <a:lnTo>
                  <a:pt x="462115" y="845846"/>
                </a:lnTo>
                <a:lnTo>
                  <a:pt x="472440" y="846773"/>
                </a:lnTo>
                <a:lnTo>
                  <a:pt x="478523" y="855289"/>
                </a:lnTo>
                <a:lnTo>
                  <a:pt x="484627" y="863696"/>
                </a:lnTo>
                <a:lnTo>
                  <a:pt x="490751" y="871994"/>
                </a:lnTo>
                <a:lnTo>
                  <a:pt x="496892" y="880184"/>
                </a:lnTo>
                <a:lnTo>
                  <a:pt x="503051" y="888269"/>
                </a:lnTo>
                <a:lnTo>
                  <a:pt x="509225" y="896249"/>
                </a:lnTo>
                <a:lnTo>
                  <a:pt x="515412" y="904125"/>
                </a:lnTo>
                <a:lnTo>
                  <a:pt x="521613" y="911900"/>
                </a:lnTo>
                <a:lnTo>
                  <a:pt x="527824" y="919574"/>
                </a:lnTo>
                <a:lnTo>
                  <a:pt x="534046" y="927149"/>
                </a:lnTo>
                <a:lnTo>
                  <a:pt x="540275" y="934626"/>
                </a:lnTo>
                <a:lnTo>
                  <a:pt x="546512" y="942008"/>
                </a:lnTo>
                <a:lnTo>
                  <a:pt x="552754" y="949294"/>
                </a:lnTo>
                <a:lnTo>
                  <a:pt x="559000" y="956487"/>
                </a:lnTo>
                <a:lnTo>
                  <a:pt x="565249" y="963587"/>
                </a:lnTo>
                <a:lnTo>
                  <a:pt x="571500" y="970598"/>
                </a:lnTo>
                <a:lnTo>
                  <a:pt x="558276" y="983372"/>
                </a:lnTo>
                <a:lnTo>
                  <a:pt x="545051" y="995595"/>
                </a:lnTo>
                <a:lnTo>
                  <a:pt x="531846" y="1007229"/>
                </a:lnTo>
                <a:lnTo>
                  <a:pt x="518681" y="1018237"/>
                </a:lnTo>
                <a:lnTo>
                  <a:pt x="505577" y="1028581"/>
                </a:lnTo>
                <a:lnTo>
                  <a:pt x="492556" y="1038223"/>
                </a:lnTo>
                <a:lnTo>
                  <a:pt x="479638" y="1047126"/>
                </a:lnTo>
                <a:lnTo>
                  <a:pt x="466844" y="1055251"/>
                </a:lnTo>
                <a:lnTo>
                  <a:pt x="454195" y="1062561"/>
                </a:lnTo>
                <a:lnTo>
                  <a:pt x="441713" y="1069019"/>
                </a:lnTo>
                <a:lnTo>
                  <a:pt x="429417" y="1074587"/>
                </a:lnTo>
                <a:lnTo>
                  <a:pt x="417329" y="1079227"/>
                </a:lnTo>
                <a:lnTo>
                  <a:pt x="405470" y="1082902"/>
                </a:lnTo>
                <a:lnTo>
                  <a:pt x="393861" y="1085573"/>
                </a:lnTo>
                <a:lnTo>
                  <a:pt x="382522" y="1087203"/>
                </a:lnTo>
                <a:lnTo>
                  <a:pt x="371475" y="1087755"/>
                </a:lnTo>
                <a:lnTo>
                  <a:pt x="369165" y="1087722"/>
                </a:lnTo>
                <a:lnTo>
                  <a:pt x="366878" y="1087621"/>
                </a:lnTo>
                <a:lnTo>
                  <a:pt x="364617" y="1087454"/>
                </a:lnTo>
                <a:lnTo>
                  <a:pt x="362382" y="1087219"/>
                </a:lnTo>
                <a:lnTo>
                  <a:pt x="360175" y="1086918"/>
                </a:lnTo>
                <a:lnTo>
                  <a:pt x="357997" y="1086549"/>
                </a:lnTo>
                <a:lnTo>
                  <a:pt x="355850" y="1086114"/>
                </a:lnTo>
                <a:lnTo>
                  <a:pt x="353735" y="1085612"/>
                </a:lnTo>
                <a:lnTo>
                  <a:pt x="351653" y="1085043"/>
                </a:lnTo>
                <a:lnTo>
                  <a:pt x="349607" y="1084406"/>
                </a:lnTo>
                <a:lnTo>
                  <a:pt x="347596" y="1083703"/>
                </a:lnTo>
                <a:lnTo>
                  <a:pt x="345624" y="1082933"/>
                </a:lnTo>
                <a:lnTo>
                  <a:pt x="343690" y="1082096"/>
                </a:lnTo>
                <a:lnTo>
                  <a:pt x="341797" y="1081192"/>
                </a:lnTo>
                <a:lnTo>
                  <a:pt x="339946" y="1080221"/>
                </a:lnTo>
                <a:lnTo>
                  <a:pt x="338138" y="1079183"/>
                </a:lnTo>
                <a:close/>
                <a:moveTo>
                  <a:pt x="917258" y="885825"/>
                </a:moveTo>
                <a:lnTo>
                  <a:pt x="919948" y="904227"/>
                </a:lnTo>
                <a:lnTo>
                  <a:pt x="921953" y="921910"/>
                </a:lnTo>
                <a:lnTo>
                  <a:pt x="923277" y="938849"/>
                </a:lnTo>
                <a:lnTo>
                  <a:pt x="923925" y="955015"/>
                </a:lnTo>
                <a:lnTo>
                  <a:pt x="923904" y="970384"/>
                </a:lnTo>
                <a:lnTo>
                  <a:pt x="923218" y="984928"/>
                </a:lnTo>
                <a:lnTo>
                  <a:pt x="921874" y="998621"/>
                </a:lnTo>
                <a:lnTo>
                  <a:pt x="919877" y="1011436"/>
                </a:lnTo>
                <a:lnTo>
                  <a:pt x="917232" y="1023347"/>
                </a:lnTo>
                <a:lnTo>
                  <a:pt x="913946" y="1034328"/>
                </a:lnTo>
                <a:lnTo>
                  <a:pt x="910024" y="1044351"/>
                </a:lnTo>
                <a:lnTo>
                  <a:pt x="905470" y="1053391"/>
                </a:lnTo>
                <a:lnTo>
                  <a:pt x="900292" y="1061420"/>
                </a:lnTo>
                <a:lnTo>
                  <a:pt x="894494" y="1068413"/>
                </a:lnTo>
                <a:lnTo>
                  <a:pt x="888083" y="1074343"/>
                </a:lnTo>
                <a:lnTo>
                  <a:pt x="881063" y="1079183"/>
                </a:lnTo>
                <a:lnTo>
                  <a:pt x="879254" y="1080221"/>
                </a:lnTo>
                <a:lnTo>
                  <a:pt x="877403" y="1081192"/>
                </a:lnTo>
                <a:lnTo>
                  <a:pt x="875510" y="1082096"/>
                </a:lnTo>
                <a:lnTo>
                  <a:pt x="873576" y="1082933"/>
                </a:lnTo>
                <a:lnTo>
                  <a:pt x="871604" y="1083703"/>
                </a:lnTo>
                <a:lnTo>
                  <a:pt x="869593" y="1084406"/>
                </a:lnTo>
                <a:lnTo>
                  <a:pt x="867547" y="1085043"/>
                </a:lnTo>
                <a:lnTo>
                  <a:pt x="865465" y="1085612"/>
                </a:lnTo>
                <a:lnTo>
                  <a:pt x="863350" y="1086114"/>
                </a:lnTo>
                <a:lnTo>
                  <a:pt x="861203" y="1086549"/>
                </a:lnTo>
                <a:lnTo>
                  <a:pt x="859025" y="1086918"/>
                </a:lnTo>
                <a:lnTo>
                  <a:pt x="856818" y="1087219"/>
                </a:lnTo>
                <a:lnTo>
                  <a:pt x="854583" y="1087454"/>
                </a:lnTo>
                <a:lnTo>
                  <a:pt x="852322" y="1087621"/>
                </a:lnTo>
                <a:lnTo>
                  <a:pt x="850035" y="1087722"/>
                </a:lnTo>
                <a:lnTo>
                  <a:pt x="847725" y="1087755"/>
                </a:lnTo>
                <a:lnTo>
                  <a:pt x="836845" y="1087214"/>
                </a:lnTo>
                <a:lnTo>
                  <a:pt x="825652" y="1085612"/>
                </a:lnTo>
                <a:lnTo>
                  <a:pt x="814165" y="1082983"/>
                </a:lnTo>
                <a:lnTo>
                  <a:pt x="802407" y="1079361"/>
                </a:lnTo>
                <a:lnTo>
                  <a:pt x="790397" y="1074779"/>
                </a:lnTo>
                <a:lnTo>
                  <a:pt x="778157" y="1069271"/>
                </a:lnTo>
                <a:lnTo>
                  <a:pt x="765708" y="1062869"/>
                </a:lnTo>
                <a:lnTo>
                  <a:pt x="753070" y="1055608"/>
                </a:lnTo>
                <a:lnTo>
                  <a:pt x="740265" y="1047521"/>
                </a:lnTo>
                <a:lnTo>
                  <a:pt x="727314" y="1038642"/>
                </a:lnTo>
                <a:lnTo>
                  <a:pt x="714237" y="1029003"/>
                </a:lnTo>
                <a:lnTo>
                  <a:pt x="701055" y="1018639"/>
                </a:lnTo>
                <a:lnTo>
                  <a:pt x="687789" y="1007583"/>
                </a:lnTo>
                <a:lnTo>
                  <a:pt x="674461" y="995869"/>
                </a:lnTo>
                <a:lnTo>
                  <a:pt x="661091" y="983529"/>
                </a:lnTo>
                <a:lnTo>
                  <a:pt x="647700" y="970598"/>
                </a:lnTo>
                <a:lnTo>
                  <a:pt x="653951" y="963744"/>
                </a:lnTo>
                <a:lnTo>
                  <a:pt x="660200" y="956760"/>
                </a:lnTo>
                <a:lnTo>
                  <a:pt x="666446" y="949648"/>
                </a:lnTo>
                <a:lnTo>
                  <a:pt x="672688" y="942409"/>
                </a:lnTo>
                <a:lnTo>
                  <a:pt x="678925" y="935049"/>
                </a:lnTo>
                <a:lnTo>
                  <a:pt x="685154" y="927568"/>
                </a:lnTo>
                <a:lnTo>
                  <a:pt x="691376" y="919969"/>
                </a:lnTo>
                <a:lnTo>
                  <a:pt x="697587" y="912257"/>
                </a:lnTo>
                <a:lnTo>
                  <a:pt x="703788" y="904433"/>
                </a:lnTo>
                <a:lnTo>
                  <a:pt x="709975" y="896500"/>
                </a:lnTo>
                <a:lnTo>
                  <a:pt x="716149" y="888461"/>
                </a:lnTo>
                <a:lnTo>
                  <a:pt x="722308" y="880318"/>
                </a:lnTo>
                <a:lnTo>
                  <a:pt x="728449" y="872076"/>
                </a:lnTo>
                <a:lnTo>
                  <a:pt x="734573" y="863735"/>
                </a:lnTo>
                <a:lnTo>
                  <a:pt x="740677" y="855300"/>
                </a:lnTo>
                <a:lnTo>
                  <a:pt x="746760" y="846773"/>
                </a:lnTo>
                <a:lnTo>
                  <a:pt x="757085" y="845835"/>
                </a:lnTo>
                <a:lnTo>
                  <a:pt x="767343" y="844812"/>
                </a:lnTo>
                <a:lnTo>
                  <a:pt x="777534" y="843704"/>
                </a:lnTo>
                <a:lnTo>
                  <a:pt x="787658" y="842516"/>
                </a:lnTo>
                <a:lnTo>
                  <a:pt x="797715" y="841250"/>
                </a:lnTo>
                <a:lnTo>
                  <a:pt x="807705" y="839908"/>
                </a:lnTo>
                <a:lnTo>
                  <a:pt x="817628" y="838493"/>
                </a:lnTo>
                <a:lnTo>
                  <a:pt x="827484" y="837009"/>
                </a:lnTo>
                <a:lnTo>
                  <a:pt x="837274" y="835458"/>
                </a:lnTo>
                <a:lnTo>
                  <a:pt x="846996" y="833843"/>
                </a:lnTo>
                <a:lnTo>
                  <a:pt x="856651" y="832166"/>
                </a:lnTo>
                <a:lnTo>
                  <a:pt x="866239" y="830431"/>
                </a:lnTo>
                <a:lnTo>
                  <a:pt x="875760" y="828640"/>
                </a:lnTo>
                <a:lnTo>
                  <a:pt x="885215" y="826796"/>
                </a:lnTo>
                <a:lnTo>
                  <a:pt x="894602" y="824902"/>
                </a:lnTo>
                <a:lnTo>
                  <a:pt x="903923" y="822960"/>
                </a:lnTo>
                <a:lnTo>
                  <a:pt x="904972" y="827056"/>
                </a:lnTo>
                <a:lnTo>
                  <a:pt x="905980" y="831131"/>
                </a:lnTo>
                <a:lnTo>
                  <a:pt x="906949" y="835183"/>
                </a:lnTo>
                <a:lnTo>
                  <a:pt x="907881" y="839212"/>
                </a:lnTo>
                <a:lnTo>
                  <a:pt x="908780" y="843219"/>
                </a:lnTo>
                <a:lnTo>
                  <a:pt x="909649" y="847204"/>
                </a:lnTo>
                <a:lnTo>
                  <a:pt x="910489" y="851167"/>
                </a:lnTo>
                <a:lnTo>
                  <a:pt x="911304" y="855107"/>
                </a:lnTo>
                <a:lnTo>
                  <a:pt x="912097" y="859025"/>
                </a:lnTo>
                <a:lnTo>
                  <a:pt x="912871" y="862920"/>
                </a:lnTo>
                <a:lnTo>
                  <a:pt x="913627" y="866794"/>
                </a:lnTo>
                <a:lnTo>
                  <a:pt x="914370" y="870645"/>
                </a:lnTo>
                <a:lnTo>
                  <a:pt x="915102" y="874473"/>
                </a:lnTo>
                <a:lnTo>
                  <a:pt x="915825" y="878279"/>
                </a:lnTo>
                <a:lnTo>
                  <a:pt x="916543" y="882063"/>
                </a:lnTo>
                <a:lnTo>
                  <a:pt x="917258" y="885825"/>
                </a:lnTo>
                <a:close/>
                <a:moveTo>
                  <a:pt x="1002983" y="737235"/>
                </a:moveTo>
                <a:lnTo>
                  <a:pt x="999389" y="738653"/>
                </a:lnTo>
                <a:lnTo>
                  <a:pt x="995753" y="740048"/>
                </a:lnTo>
                <a:lnTo>
                  <a:pt x="992079" y="741421"/>
                </a:lnTo>
                <a:lnTo>
                  <a:pt x="988368" y="742771"/>
                </a:lnTo>
                <a:lnTo>
                  <a:pt x="984623" y="744100"/>
                </a:lnTo>
                <a:lnTo>
                  <a:pt x="980848" y="745406"/>
                </a:lnTo>
                <a:lnTo>
                  <a:pt x="977045" y="746689"/>
                </a:lnTo>
                <a:lnTo>
                  <a:pt x="973217" y="747951"/>
                </a:lnTo>
                <a:lnTo>
                  <a:pt x="969366" y="749190"/>
                </a:lnTo>
                <a:lnTo>
                  <a:pt x="965496" y="750406"/>
                </a:lnTo>
                <a:lnTo>
                  <a:pt x="961610" y="751601"/>
                </a:lnTo>
                <a:lnTo>
                  <a:pt x="957709" y="752773"/>
                </a:lnTo>
                <a:lnTo>
                  <a:pt x="953797" y="753922"/>
                </a:lnTo>
                <a:lnTo>
                  <a:pt x="949877" y="755050"/>
                </a:lnTo>
                <a:lnTo>
                  <a:pt x="945951" y="756155"/>
                </a:lnTo>
                <a:lnTo>
                  <a:pt x="942022" y="757238"/>
                </a:lnTo>
                <a:lnTo>
                  <a:pt x="939120" y="748275"/>
                </a:lnTo>
                <a:lnTo>
                  <a:pt x="936129" y="739250"/>
                </a:lnTo>
                <a:lnTo>
                  <a:pt x="933048" y="730166"/>
                </a:lnTo>
                <a:lnTo>
                  <a:pt x="929878" y="721028"/>
                </a:lnTo>
                <a:lnTo>
                  <a:pt x="926619" y="711839"/>
                </a:lnTo>
                <a:lnTo>
                  <a:pt x="923270" y="702605"/>
                </a:lnTo>
                <a:lnTo>
                  <a:pt x="919832" y="693328"/>
                </a:lnTo>
                <a:lnTo>
                  <a:pt x="916305" y="684014"/>
                </a:lnTo>
                <a:lnTo>
                  <a:pt x="912688" y="674666"/>
                </a:lnTo>
                <a:lnTo>
                  <a:pt x="908983" y="665290"/>
                </a:lnTo>
                <a:lnTo>
                  <a:pt x="905188" y="655888"/>
                </a:lnTo>
                <a:lnTo>
                  <a:pt x="901303" y="646465"/>
                </a:lnTo>
                <a:lnTo>
                  <a:pt x="897329" y="637025"/>
                </a:lnTo>
                <a:lnTo>
                  <a:pt x="893266" y="627573"/>
                </a:lnTo>
                <a:lnTo>
                  <a:pt x="889114" y="618112"/>
                </a:lnTo>
                <a:lnTo>
                  <a:pt x="884872" y="608648"/>
                </a:lnTo>
                <a:lnTo>
                  <a:pt x="889125" y="599193"/>
                </a:lnTo>
                <a:lnTo>
                  <a:pt x="893305" y="589763"/>
                </a:lnTo>
                <a:lnTo>
                  <a:pt x="897411" y="580358"/>
                </a:lnTo>
                <a:lnTo>
                  <a:pt x="901437" y="570979"/>
                </a:lnTo>
                <a:lnTo>
                  <a:pt x="905379" y="561628"/>
                </a:lnTo>
                <a:lnTo>
                  <a:pt x="909234" y="552307"/>
                </a:lnTo>
                <a:lnTo>
                  <a:pt x="912996" y="543016"/>
                </a:lnTo>
                <a:lnTo>
                  <a:pt x="916662" y="533757"/>
                </a:lnTo>
                <a:lnTo>
                  <a:pt x="920228" y="524532"/>
                </a:lnTo>
                <a:lnTo>
                  <a:pt x="923689" y="515342"/>
                </a:lnTo>
                <a:lnTo>
                  <a:pt x="927041" y="506187"/>
                </a:lnTo>
                <a:lnTo>
                  <a:pt x="930280" y="497071"/>
                </a:lnTo>
                <a:lnTo>
                  <a:pt x="933402" y="487994"/>
                </a:lnTo>
                <a:lnTo>
                  <a:pt x="936402" y="478957"/>
                </a:lnTo>
                <a:lnTo>
                  <a:pt x="939277" y="469962"/>
                </a:lnTo>
                <a:lnTo>
                  <a:pt x="942022" y="461010"/>
                </a:lnTo>
                <a:lnTo>
                  <a:pt x="966048" y="468371"/>
                </a:lnTo>
                <a:lnTo>
                  <a:pt x="988807" y="476146"/>
                </a:lnTo>
                <a:lnTo>
                  <a:pt x="1010259" y="484300"/>
                </a:lnTo>
                <a:lnTo>
                  <a:pt x="1030367" y="492800"/>
                </a:lnTo>
                <a:lnTo>
                  <a:pt x="1049090" y="501612"/>
                </a:lnTo>
                <a:lnTo>
                  <a:pt x="1066391" y="510704"/>
                </a:lnTo>
                <a:lnTo>
                  <a:pt x="1082229" y="520041"/>
                </a:lnTo>
                <a:lnTo>
                  <a:pt x="1096566" y="529590"/>
                </a:lnTo>
                <a:lnTo>
                  <a:pt x="1109362" y="539318"/>
                </a:lnTo>
                <a:lnTo>
                  <a:pt x="1120579" y="549191"/>
                </a:lnTo>
                <a:lnTo>
                  <a:pt x="1130178" y="559175"/>
                </a:lnTo>
                <a:lnTo>
                  <a:pt x="1138118" y="569238"/>
                </a:lnTo>
                <a:lnTo>
                  <a:pt x="1144363" y="579345"/>
                </a:lnTo>
                <a:lnTo>
                  <a:pt x="1148871" y="589464"/>
                </a:lnTo>
                <a:lnTo>
                  <a:pt x="1151605" y="599560"/>
                </a:lnTo>
                <a:lnTo>
                  <a:pt x="1152525" y="609600"/>
                </a:lnTo>
                <a:lnTo>
                  <a:pt x="1151882" y="618024"/>
                </a:lnTo>
                <a:lnTo>
                  <a:pt x="1149967" y="626492"/>
                </a:lnTo>
                <a:lnTo>
                  <a:pt x="1146805" y="634983"/>
                </a:lnTo>
                <a:lnTo>
                  <a:pt x="1142420" y="643473"/>
                </a:lnTo>
                <a:lnTo>
                  <a:pt x="1136834" y="651942"/>
                </a:lnTo>
                <a:lnTo>
                  <a:pt x="1130072" y="660365"/>
                </a:lnTo>
                <a:lnTo>
                  <a:pt x="1122158" y="668722"/>
                </a:lnTo>
                <a:lnTo>
                  <a:pt x="1113115" y="676989"/>
                </a:lnTo>
                <a:lnTo>
                  <a:pt x="1102967" y="685145"/>
                </a:lnTo>
                <a:lnTo>
                  <a:pt x="1091738" y="693167"/>
                </a:lnTo>
                <a:lnTo>
                  <a:pt x="1079451" y="701033"/>
                </a:lnTo>
                <a:lnTo>
                  <a:pt x="1066130" y="708720"/>
                </a:lnTo>
                <a:lnTo>
                  <a:pt x="1051799" y="716206"/>
                </a:lnTo>
                <a:lnTo>
                  <a:pt x="1036482" y="723468"/>
                </a:lnTo>
                <a:lnTo>
                  <a:pt x="1020202" y="730486"/>
                </a:lnTo>
                <a:lnTo>
                  <a:pt x="1002983" y="737235"/>
                </a:lnTo>
                <a:close/>
              </a:path>
            </a:pathLst>
          </a:custGeom>
          <a:solidFill xmlns:a="http://schemas.openxmlformats.org/drawingml/2006/main">
            <a:srgbClr val="61DAFB"/>
          </a:solidFill>
          <a:ln xmlns:a="http://schemas.openxmlformats.org/drawingml/2006/main" w="0">
            <a:noFill/>
          </a:ln>
        </p:spPr>
      </p:sp>
      <p:sp>
        <p:nvSpPr>
          <p:cNvPr id="43" name="react circle">
            <a:extLst xmlns:a="http://schemas.openxmlformats.org/drawingml/2006/main">
              <a:ext uri="{FF2B5EF4-FFF2-40B4-BE49-F238E27FC236}">
                <a16:creationId xmlns:a16="http://schemas.microsoft.com/office/drawing/2014/main" id="{AB6BB5B1-7E0E-474B-93AC-AD351DF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34" y="2934995"/>
            <a:ext cx="84832" cy="831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AFB"/>
          </a:solidFill>
          <a:ln xmlns:a="http://schemas.openxmlformats.org/drawingml/2006/main" w="0">
            <a:noFill/>
          </a:ln>
        </p:spPr>
      </p:sp>
      <p:sp>
        <p:nvSpPr>
          <p:cNvPr id="44" name="typescript vector 1">
            <a:extLst xmlns:a="http://schemas.openxmlformats.org/drawingml/2006/main">
              <a:ext uri="{FF2B5EF4-FFF2-40B4-BE49-F238E27FC236}">
                <a16:creationId xmlns:a16="http://schemas.microsoft.com/office/drawing/2014/main" id="{EFE5E82B-6975-4C2B-B62A-B8218103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62250"/>
            <a:ext cx="381000" cy="419100"/>
          </a:xfrm>
          <a:custGeom xmlns:a="http://schemas.openxmlformats.org/drawingml/2006/main">
            <a:pathLst>
              <a:path w="1219200" h="1219200">
                <a:moveTo>
                  <a:pt x="215932" y="447675"/>
                </a:moveTo>
                <a:lnTo>
                  <a:pt x="1165289" y="447675"/>
                </a:lnTo>
                <a:lnTo>
                  <a:pt x="1165289" y="1149382"/>
                </a:lnTo>
                <a:lnTo>
                  <a:pt x="215932" y="11493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typescript vector 2">
            <a:extLst xmlns:a="http://schemas.openxmlformats.org/drawingml/2006/main">
              <a:ext uri="{FF2B5EF4-FFF2-40B4-BE49-F238E27FC236}">
                <a16:creationId xmlns:a16="http://schemas.microsoft.com/office/drawing/2014/main" id="{8FCFC5F2-3184-4A6B-A832-44FE52CA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62250"/>
            <a:ext cx="381000" cy="419100"/>
          </a:xfrm>
          <a:custGeom xmlns:a="http://schemas.openxmlformats.org/drawingml/2006/main">
            <a:pathLst>
              <a:path w="1219200" h="1219200">
                <a:moveTo>
                  <a:pt x="14288" y="608743"/>
                </a:moveTo>
                <a:lnTo>
                  <a:pt x="14288" y="1204055"/>
                </a:lnTo>
                <a:lnTo>
                  <a:pt x="1204913" y="1204055"/>
                </a:lnTo>
                <a:lnTo>
                  <a:pt x="1204913" y="13430"/>
                </a:lnTo>
                <a:lnTo>
                  <a:pt x="14288" y="13430"/>
                </a:lnTo>
                <a:close/>
                <a:moveTo>
                  <a:pt x="973741" y="561118"/>
                </a:moveTo>
                <a:lnTo>
                  <a:pt x="982171" y="563337"/>
                </a:lnTo>
                <a:lnTo>
                  <a:pt x="990456" y="566049"/>
                </a:lnTo>
                <a:lnTo>
                  <a:pt x="998568" y="569243"/>
                </a:lnTo>
                <a:lnTo>
                  <a:pt x="1006478" y="572908"/>
                </a:lnTo>
                <a:lnTo>
                  <a:pt x="1014158" y="577032"/>
                </a:lnTo>
                <a:lnTo>
                  <a:pt x="1021583" y="581600"/>
                </a:lnTo>
                <a:lnTo>
                  <a:pt x="1028727" y="586597"/>
                </a:lnTo>
                <a:lnTo>
                  <a:pt x="1035564" y="592006"/>
                </a:lnTo>
                <a:lnTo>
                  <a:pt x="1042071" y="597807"/>
                </a:lnTo>
                <a:lnTo>
                  <a:pt x="1048226" y="603980"/>
                </a:lnTo>
                <a:lnTo>
                  <a:pt x="1053621" y="609829"/>
                </a:lnTo>
                <a:lnTo>
                  <a:pt x="1058773" y="615892"/>
                </a:lnTo>
                <a:lnTo>
                  <a:pt x="1063675" y="622159"/>
                </a:lnTo>
                <a:lnTo>
                  <a:pt x="1068319" y="628620"/>
                </a:lnTo>
                <a:lnTo>
                  <a:pt x="1072697" y="635264"/>
                </a:lnTo>
                <a:lnTo>
                  <a:pt x="1076801" y="642080"/>
                </a:lnTo>
                <a:lnTo>
                  <a:pt x="1076216" y="642744"/>
                </a:lnTo>
                <a:lnTo>
                  <a:pt x="1074530" y="644115"/>
                </a:lnTo>
                <a:lnTo>
                  <a:pt x="1071848" y="646123"/>
                </a:lnTo>
                <a:lnTo>
                  <a:pt x="1068275" y="648697"/>
                </a:lnTo>
                <a:lnTo>
                  <a:pt x="1063915" y="651765"/>
                </a:lnTo>
                <a:lnTo>
                  <a:pt x="1058874" y="655257"/>
                </a:lnTo>
                <a:lnTo>
                  <a:pt x="1053256" y="659101"/>
                </a:lnTo>
                <a:lnTo>
                  <a:pt x="1047167" y="663226"/>
                </a:lnTo>
                <a:lnTo>
                  <a:pt x="1040709" y="667560"/>
                </a:lnTo>
                <a:lnTo>
                  <a:pt x="1033990" y="672034"/>
                </a:lnTo>
                <a:lnTo>
                  <a:pt x="1027113" y="676575"/>
                </a:lnTo>
                <a:lnTo>
                  <a:pt x="1020183" y="681112"/>
                </a:lnTo>
                <a:lnTo>
                  <a:pt x="1013304" y="685574"/>
                </a:lnTo>
                <a:lnTo>
                  <a:pt x="1006583" y="689891"/>
                </a:lnTo>
                <a:lnTo>
                  <a:pt x="1000123" y="693990"/>
                </a:lnTo>
                <a:lnTo>
                  <a:pt x="994029" y="697801"/>
                </a:lnTo>
                <a:lnTo>
                  <a:pt x="993775" y="697878"/>
                </a:lnTo>
                <a:lnTo>
                  <a:pt x="993445" y="697825"/>
                </a:lnTo>
                <a:lnTo>
                  <a:pt x="993044" y="697648"/>
                </a:lnTo>
                <a:lnTo>
                  <a:pt x="992575" y="697351"/>
                </a:lnTo>
                <a:lnTo>
                  <a:pt x="992043" y="696937"/>
                </a:lnTo>
                <a:lnTo>
                  <a:pt x="991452" y="696413"/>
                </a:lnTo>
                <a:lnTo>
                  <a:pt x="990807" y="695783"/>
                </a:lnTo>
                <a:lnTo>
                  <a:pt x="990112" y="695051"/>
                </a:lnTo>
                <a:lnTo>
                  <a:pt x="989371" y="694222"/>
                </a:lnTo>
                <a:lnTo>
                  <a:pt x="988588" y="693300"/>
                </a:lnTo>
                <a:lnTo>
                  <a:pt x="987769" y="692291"/>
                </a:lnTo>
                <a:lnTo>
                  <a:pt x="986917" y="691198"/>
                </a:lnTo>
                <a:lnTo>
                  <a:pt x="986036" y="690026"/>
                </a:lnTo>
                <a:lnTo>
                  <a:pt x="985131" y="688781"/>
                </a:lnTo>
                <a:lnTo>
                  <a:pt x="984206" y="687466"/>
                </a:lnTo>
                <a:lnTo>
                  <a:pt x="983266" y="686086"/>
                </a:lnTo>
                <a:lnTo>
                  <a:pt x="981156" y="682682"/>
                </a:lnTo>
                <a:lnTo>
                  <a:pt x="978848" y="679409"/>
                </a:lnTo>
                <a:lnTo>
                  <a:pt x="976350" y="676279"/>
                </a:lnTo>
                <a:lnTo>
                  <a:pt x="973671" y="673302"/>
                </a:lnTo>
                <a:lnTo>
                  <a:pt x="970820" y="670489"/>
                </a:lnTo>
                <a:lnTo>
                  <a:pt x="967808" y="667851"/>
                </a:lnTo>
                <a:lnTo>
                  <a:pt x="964644" y="665395"/>
                </a:lnTo>
                <a:lnTo>
                  <a:pt x="961340" y="663132"/>
                </a:lnTo>
                <a:lnTo>
                  <a:pt x="957908" y="661068"/>
                </a:lnTo>
                <a:lnTo>
                  <a:pt x="954360" y="659211"/>
                </a:lnTo>
                <a:lnTo>
                  <a:pt x="950708" y="657568"/>
                </a:lnTo>
                <a:lnTo>
                  <a:pt x="946965" y="656144"/>
                </a:lnTo>
                <a:lnTo>
                  <a:pt x="943144" y="654944"/>
                </a:lnTo>
                <a:lnTo>
                  <a:pt x="939259" y="653974"/>
                </a:lnTo>
                <a:lnTo>
                  <a:pt x="935323" y="653235"/>
                </a:lnTo>
                <a:lnTo>
                  <a:pt x="931350" y="652730"/>
                </a:lnTo>
                <a:lnTo>
                  <a:pt x="927354" y="652462"/>
                </a:lnTo>
                <a:lnTo>
                  <a:pt x="920739" y="652247"/>
                </a:lnTo>
                <a:lnTo>
                  <a:pt x="914440" y="652520"/>
                </a:lnTo>
                <a:lnTo>
                  <a:pt x="908474" y="653269"/>
                </a:lnTo>
                <a:lnTo>
                  <a:pt x="902855" y="654479"/>
                </a:lnTo>
                <a:lnTo>
                  <a:pt x="897600" y="656138"/>
                </a:lnTo>
                <a:lnTo>
                  <a:pt x="892724" y="658231"/>
                </a:lnTo>
                <a:lnTo>
                  <a:pt x="888242" y="660745"/>
                </a:lnTo>
                <a:lnTo>
                  <a:pt x="884170" y="663666"/>
                </a:lnTo>
                <a:lnTo>
                  <a:pt x="880523" y="666982"/>
                </a:lnTo>
                <a:lnTo>
                  <a:pt x="877317" y="670678"/>
                </a:lnTo>
                <a:lnTo>
                  <a:pt x="874567" y="674741"/>
                </a:lnTo>
                <a:lnTo>
                  <a:pt x="872289" y="679158"/>
                </a:lnTo>
                <a:lnTo>
                  <a:pt x="870498" y="683914"/>
                </a:lnTo>
                <a:lnTo>
                  <a:pt x="869210" y="688997"/>
                </a:lnTo>
                <a:lnTo>
                  <a:pt x="868440" y="694393"/>
                </a:lnTo>
                <a:lnTo>
                  <a:pt x="868204" y="700087"/>
                </a:lnTo>
                <a:lnTo>
                  <a:pt x="868181" y="702659"/>
                </a:lnTo>
                <a:lnTo>
                  <a:pt x="868309" y="705227"/>
                </a:lnTo>
                <a:lnTo>
                  <a:pt x="868588" y="707783"/>
                </a:lnTo>
                <a:lnTo>
                  <a:pt x="869018" y="710318"/>
                </a:lnTo>
                <a:lnTo>
                  <a:pt x="869596" y="712823"/>
                </a:lnTo>
                <a:lnTo>
                  <a:pt x="870321" y="715290"/>
                </a:lnTo>
                <a:lnTo>
                  <a:pt x="871190" y="717710"/>
                </a:lnTo>
                <a:lnTo>
                  <a:pt x="872200" y="720075"/>
                </a:lnTo>
                <a:lnTo>
                  <a:pt x="873347" y="722376"/>
                </a:lnTo>
                <a:lnTo>
                  <a:pt x="874916" y="725392"/>
                </a:lnTo>
                <a:lnTo>
                  <a:pt x="876682" y="728276"/>
                </a:lnTo>
                <a:lnTo>
                  <a:pt x="878680" y="731053"/>
                </a:lnTo>
                <a:lnTo>
                  <a:pt x="880948" y="733748"/>
                </a:lnTo>
                <a:lnTo>
                  <a:pt x="883521" y="736385"/>
                </a:lnTo>
                <a:lnTo>
                  <a:pt x="886435" y="738990"/>
                </a:lnTo>
                <a:lnTo>
                  <a:pt x="889727" y="741587"/>
                </a:lnTo>
                <a:lnTo>
                  <a:pt x="893433" y="744200"/>
                </a:lnTo>
                <a:lnTo>
                  <a:pt x="897589" y="746855"/>
                </a:lnTo>
                <a:lnTo>
                  <a:pt x="902230" y="749575"/>
                </a:lnTo>
                <a:lnTo>
                  <a:pt x="907394" y="752387"/>
                </a:lnTo>
                <a:lnTo>
                  <a:pt x="913116" y="755313"/>
                </a:lnTo>
                <a:lnTo>
                  <a:pt x="919432" y="758380"/>
                </a:lnTo>
                <a:lnTo>
                  <a:pt x="926379" y="761611"/>
                </a:lnTo>
                <a:lnTo>
                  <a:pt x="933992" y="765032"/>
                </a:lnTo>
                <a:lnTo>
                  <a:pt x="942308" y="768667"/>
                </a:lnTo>
                <a:lnTo>
                  <a:pt x="957729" y="775403"/>
                </a:lnTo>
                <a:lnTo>
                  <a:pt x="972059" y="781879"/>
                </a:lnTo>
                <a:lnTo>
                  <a:pt x="985348" y="788128"/>
                </a:lnTo>
                <a:lnTo>
                  <a:pt x="997647" y="794186"/>
                </a:lnTo>
                <a:lnTo>
                  <a:pt x="1009008" y="800083"/>
                </a:lnTo>
                <a:lnTo>
                  <a:pt x="1019483" y="805854"/>
                </a:lnTo>
                <a:lnTo>
                  <a:pt x="1029121" y="811532"/>
                </a:lnTo>
                <a:lnTo>
                  <a:pt x="1037975" y="817150"/>
                </a:lnTo>
                <a:lnTo>
                  <a:pt x="1046096" y="822741"/>
                </a:lnTo>
                <a:lnTo>
                  <a:pt x="1053534" y="828338"/>
                </a:lnTo>
                <a:lnTo>
                  <a:pt x="1060342" y="833975"/>
                </a:lnTo>
                <a:lnTo>
                  <a:pt x="1066569" y="839685"/>
                </a:lnTo>
                <a:lnTo>
                  <a:pt x="1072269" y="845501"/>
                </a:lnTo>
                <a:lnTo>
                  <a:pt x="1077491" y="851456"/>
                </a:lnTo>
                <a:lnTo>
                  <a:pt x="1082286" y="857584"/>
                </a:lnTo>
                <a:lnTo>
                  <a:pt x="1086707" y="863917"/>
                </a:lnTo>
                <a:lnTo>
                  <a:pt x="1091226" y="871326"/>
                </a:lnTo>
                <a:lnTo>
                  <a:pt x="1095278" y="879226"/>
                </a:lnTo>
                <a:lnTo>
                  <a:pt x="1098859" y="887560"/>
                </a:lnTo>
                <a:lnTo>
                  <a:pt x="1101965" y="896270"/>
                </a:lnTo>
                <a:lnTo>
                  <a:pt x="1104591" y="905298"/>
                </a:lnTo>
                <a:lnTo>
                  <a:pt x="1106732" y="914586"/>
                </a:lnTo>
                <a:lnTo>
                  <a:pt x="1108384" y="924076"/>
                </a:lnTo>
                <a:lnTo>
                  <a:pt x="1109543" y="933712"/>
                </a:lnTo>
                <a:lnTo>
                  <a:pt x="1110205" y="943435"/>
                </a:lnTo>
                <a:lnTo>
                  <a:pt x="1110363" y="953186"/>
                </a:lnTo>
                <a:lnTo>
                  <a:pt x="1110016" y="962910"/>
                </a:lnTo>
                <a:lnTo>
                  <a:pt x="1109156" y="972547"/>
                </a:lnTo>
                <a:lnTo>
                  <a:pt x="1107782" y="982040"/>
                </a:lnTo>
                <a:lnTo>
                  <a:pt x="1105887" y="991332"/>
                </a:lnTo>
                <a:lnTo>
                  <a:pt x="1103467" y="1000364"/>
                </a:lnTo>
                <a:lnTo>
                  <a:pt x="1100519" y="1009078"/>
                </a:lnTo>
                <a:lnTo>
                  <a:pt x="1096625" y="1018177"/>
                </a:lnTo>
                <a:lnTo>
                  <a:pt x="1092096" y="1026894"/>
                </a:lnTo>
                <a:lnTo>
                  <a:pt x="1086944" y="1035218"/>
                </a:lnTo>
                <a:lnTo>
                  <a:pt x="1081181" y="1043141"/>
                </a:lnTo>
                <a:lnTo>
                  <a:pt x="1074819" y="1050652"/>
                </a:lnTo>
                <a:lnTo>
                  <a:pt x="1067871" y="1057743"/>
                </a:lnTo>
                <a:lnTo>
                  <a:pt x="1060348" y="1064402"/>
                </a:lnTo>
                <a:lnTo>
                  <a:pt x="1052262" y="1070622"/>
                </a:lnTo>
                <a:lnTo>
                  <a:pt x="1043627" y="1076392"/>
                </a:lnTo>
                <a:lnTo>
                  <a:pt x="1034453" y="1081702"/>
                </a:lnTo>
                <a:lnTo>
                  <a:pt x="1024753" y="1086543"/>
                </a:lnTo>
                <a:lnTo>
                  <a:pt x="1014539" y="1090906"/>
                </a:lnTo>
                <a:lnTo>
                  <a:pt x="1003823" y="1094780"/>
                </a:lnTo>
                <a:lnTo>
                  <a:pt x="992618" y="1098156"/>
                </a:lnTo>
                <a:lnTo>
                  <a:pt x="980936" y="1101025"/>
                </a:lnTo>
                <a:lnTo>
                  <a:pt x="968788" y="1103376"/>
                </a:lnTo>
                <a:lnTo>
                  <a:pt x="953702" y="1104787"/>
                </a:lnTo>
                <a:lnTo>
                  <a:pt x="938570" y="1105571"/>
                </a:lnTo>
                <a:lnTo>
                  <a:pt x="923419" y="1105727"/>
                </a:lnTo>
                <a:lnTo>
                  <a:pt x="908275" y="1105253"/>
                </a:lnTo>
                <a:lnTo>
                  <a:pt x="893163" y="1104151"/>
                </a:lnTo>
                <a:lnTo>
                  <a:pt x="878110" y="1102424"/>
                </a:lnTo>
                <a:lnTo>
                  <a:pt x="865713" y="1100011"/>
                </a:lnTo>
                <a:lnTo>
                  <a:pt x="853475" y="1096888"/>
                </a:lnTo>
                <a:lnTo>
                  <a:pt x="841438" y="1093065"/>
                </a:lnTo>
                <a:lnTo>
                  <a:pt x="829641" y="1088555"/>
                </a:lnTo>
                <a:lnTo>
                  <a:pt x="818124" y="1083373"/>
                </a:lnTo>
                <a:lnTo>
                  <a:pt x="806924" y="1077535"/>
                </a:lnTo>
                <a:lnTo>
                  <a:pt x="796079" y="1071062"/>
                </a:lnTo>
                <a:lnTo>
                  <a:pt x="785626" y="1063975"/>
                </a:lnTo>
                <a:lnTo>
                  <a:pt x="775598" y="1056297"/>
                </a:lnTo>
                <a:lnTo>
                  <a:pt x="766029" y="1048054"/>
                </a:lnTo>
                <a:lnTo>
                  <a:pt x="756952" y="1039273"/>
                </a:lnTo>
                <a:lnTo>
                  <a:pt x="754784" y="1036789"/>
                </a:lnTo>
                <a:lnTo>
                  <a:pt x="752422" y="1033921"/>
                </a:lnTo>
                <a:lnTo>
                  <a:pt x="749913" y="1030740"/>
                </a:lnTo>
                <a:lnTo>
                  <a:pt x="747306" y="1027317"/>
                </a:lnTo>
                <a:lnTo>
                  <a:pt x="744650" y="1023725"/>
                </a:lnTo>
                <a:lnTo>
                  <a:pt x="741992" y="1020033"/>
                </a:lnTo>
                <a:lnTo>
                  <a:pt x="739381" y="1016314"/>
                </a:lnTo>
                <a:lnTo>
                  <a:pt x="736866" y="1012638"/>
                </a:lnTo>
                <a:lnTo>
                  <a:pt x="734495" y="1009078"/>
                </a:lnTo>
                <a:lnTo>
                  <a:pt x="732316" y="1005704"/>
                </a:lnTo>
                <a:lnTo>
                  <a:pt x="730378" y="1002587"/>
                </a:lnTo>
                <a:lnTo>
                  <a:pt x="728729" y="999799"/>
                </a:lnTo>
                <a:lnTo>
                  <a:pt x="727418" y="997411"/>
                </a:lnTo>
                <a:lnTo>
                  <a:pt x="726494" y="995495"/>
                </a:lnTo>
                <a:lnTo>
                  <a:pt x="726003" y="994122"/>
                </a:lnTo>
                <a:lnTo>
                  <a:pt x="725996" y="993362"/>
                </a:lnTo>
                <a:lnTo>
                  <a:pt x="727749" y="992093"/>
                </a:lnTo>
                <a:lnTo>
                  <a:pt x="729532" y="990868"/>
                </a:lnTo>
                <a:lnTo>
                  <a:pt x="731345" y="989686"/>
                </a:lnTo>
                <a:lnTo>
                  <a:pt x="733187" y="988548"/>
                </a:lnTo>
                <a:lnTo>
                  <a:pt x="735055" y="987456"/>
                </a:lnTo>
                <a:lnTo>
                  <a:pt x="736949" y="986409"/>
                </a:lnTo>
                <a:lnTo>
                  <a:pt x="781050" y="962025"/>
                </a:lnTo>
                <a:lnTo>
                  <a:pt x="815245" y="942213"/>
                </a:lnTo>
                <a:lnTo>
                  <a:pt x="822389" y="952786"/>
                </a:lnTo>
                <a:lnTo>
                  <a:pt x="827743" y="960004"/>
                </a:lnTo>
                <a:lnTo>
                  <a:pt x="833495" y="966910"/>
                </a:lnTo>
                <a:lnTo>
                  <a:pt x="839626" y="973482"/>
                </a:lnTo>
                <a:lnTo>
                  <a:pt x="846117" y="979699"/>
                </a:lnTo>
                <a:lnTo>
                  <a:pt x="852947" y="985542"/>
                </a:lnTo>
                <a:lnTo>
                  <a:pt x="860094" y="990991"/>
                </a:lnTo>
                <a:lnTo>
                  <a:pt x="867537" y="996029"/>
                </a:lnTo>
                <a:lnTo>
                  <a:pt x="874834" y="999514"/>
                </a:lnTo>
                <a:lnTo>
                  <a:pt x="882398" y="1002468"/>
                </a:lnTo>
                <a:lnTo>
                  <a:pt x="890170" y="1004895"/>
                </a:lnTo>
                <a:lnTo>
                  <a:pt x="898091" y="1006800"/>
                </a:lnTo>
                <a:lnTo>
                  <a:pt x="906103" y="1008185"/>
                </a:lnTo>
                <a:lnTo>
                  <a:pt x="914147" y="1009054"/>
                </a:lnTo>
                <a:lnTo>
                  <a:pt x="922163" y="1009410"/>
                </a:lnTo>
                <a:lnTo>
                  <a:pt x="930092" y="1009257"/>
                </a:lnTo>
                <a:lnTo>
                  <a:pt x="937877" y="1008599"/>
                </a:lnTo>
                <a:lnTo>
                  <a:pt x="945458" y="1007438"/>
                </a:lnTo>
                <a:lnTo>
                  <a:pt x="952776" y="1005778"/>
                </a:lnTo>
                <a:lnTo>
                  <a:pt x="959772" y="1003624"/>
                </a:lnTo>
                <a:lnTo>
                  <a:pt x="966387" y="1000978"/>
                </a:lnTo>
                <a:lnTo>
                  <a:pt x="972563" y="997843"/>
                </a:lnTo>
                <a:lnTo>
                  <a:pt x="978241" y="994224"/>
                </a:lnTo>
                <a:lnTo>
                  <a:pt x="983361" y="990124"/>
                </a:lnTo>
                <a:lnTo>
                  <a:pt x="985523" y="987867"/>
                </a:lnTo>
                <a:lnTo>
                  <a:pt x="987545" y="985485"/>
                </a:lnTo>
                <a:lnTo>
                  <a:pt x="989420" y="982984"/>
                </a:lnTo>
                <a:lnTo>
                  <a:pt x="991140" y="980375"/>
                </a:lnTo>
                <a:lnTo>
                  <a:pt x="992699" y="977667"/>
                </a:lnTo>
                <a:lnTo>
                  <a:pt x="994092" y="974869"/>
                </a:lnTo>
                <a:lnTo>
                  <a:pt x="995314" y="971993"/>
                </a:lnTo>
                <a:lnTo>
                  <a:pt x="996359" y="969048"/>
                </a:lnTo>
                <a:lnTo>
                  <a:pt x="997225" y="966045"/>
                </a:lnTo>
                <a:lnTo>
                  <a:pt x="997907" y="962995"/>
                </a:lnTo>
                <a:lnTo>
                  <a:pt x="998405" y="959910"/>
                </a:lnTo>
                <a:lnTo>
                  <a:pt x="998715" y="956800"/>
                </a:lnTo>
                <a:lnTo>
                  <a:pt x="998837" y="953677"/>
                </a:lnTo>
                <a:lnTo>
                  <a:pt x="998769" y="950553"/>
                </a:lnTo>
                <a:lnTo>
                  <a:pt x="998514" y="947438"/>
                </a:lnTo>
                <a:lnTo>
                  <a:pt x="998070" y="944345"/>
                </a:lnTo>
                <a:lnTo>
                  <a:pt x="997441" y="941284"/>
                </a:lnTo>
                <a:lnTo>
                  <a:pt x="996628" y="938266"/>
                </a:lnTo>
                <a:lnTo>
                  <a:pt x="995634" y="935304"/>
                </a:lnTo>
                <a:lnTo>
                  <a:pt x="994463" y="932406"/>
                </a:lnTo>
                <a:lnTo>
                  <a:pt x="993119" y="929585"/>
                </a:lnTo>
                <a:lnTo>
                  <a:pt x="991607" y="926850"/>
                </a:lnTo>
                <a:lnTo>
                  <a:pt x="989933" y="924211"/>
                </a:lnTo>
                <a:lnTo>
                  <a:pt x="988030" y="921749"/>
                </a:lnTo>
                <a:lnTo>
                  <a:pt x="985867" y="919316"/>
                </a:lnTo>
                <a:lnTo>
                  <a:pt x="983408" y="916891"/>
                </a:lnTo>
                <a:lnTo>
                  <a:pt x="980618" y="914452"/>
                </a:lnTo>
                <a:lnTo>
                  <a:pt x="977460" y="911979"/>
                </a:lnTo>
                <a:lnTo>
                  <a:pt x="973898" y="909452"/>
                </a:lnTo>
                <a:lnTo>
                  <a:pt x="969896" y="906848"/>
                </a:lnTo>
                <a:lnTo>
                  <a:pt x="965418" y="904149"/>
                </a:lnTo>
                <a:lnTo>
                  <a:pt x="960428" y="901332"/>
                </a:lnTo>
                <a:lnTo>
                  <a:pt x="954889" y="898377"/>
                </a:lnTo>
                <a:lnTo>
                  <a:pt x="948765" y="895263"/>
                </a:lnTo>
                <a:lnTo>
                  <a:pt x="942021" y="891970"/>
                </a:lnTo>
                <a:lnTo>
                  <a:pt x="934620" y="888477"/>
                </a:lnTo>
                <a:lnTo>
                  <a:pt x="926526" y="884762"/>
                </a:lnTo>
                <a:lnTo>
                  <a:pt x="917702" y="880805"/>
                </a:lnTo>
                <a:lnTo>
                  <a:pt x="908113" y="876586"/>
                </a:lnTo>
                <a:lnTo>
                  <a:pt x="896996" y="871734"/>
                </a:lnTo>
                <a:lnTo>
                  <a:pt x="886650" y="867091"/>
                </a:lnTo>
                <a:lnTo>
                  <a:pt x="877027" y="862625"/>
                </a:lnTo>
                <a:lnTo>
                  <a:pt x="868080" y="858310"/>
                </a:lnTo>
                <a:lnTo>
                  <a:pt x="859761" y="854115"/>
                </a:lnTo>
                <a:lnTo>
                  <a:pt x="852022" y="850011"/>
                </a:lnTo>
                <a:lnTo>
                  <a:pt x="844815" y="845970"/>
                </a:lnTo>
                <a:lnTo>
                  <a:pt x="838093" y="841962"/>
                </a:lnTo>
                <a:lnTo>
                  <a:pt x="831807" y="837959"/>
                </a:lnTo>
                <a:lnTo>
                  <a:pt x="825909" y="833932"/>
                </a:lnTo>
                <a:lnTo>
                  <a:pt x="820352" y="829850"/>
                </a:lnTo>
                <a:lnTo>
                  <a:pt x="815088" y="825687"/>
                </a:lnTo>
                <a:lnTo>
                  <a:pt x="810070" y="821411"/>
                </a:lnTo>
                <a:lnTo>
                  <a:pt x="805248" y="816995"/>
                </a:lnTo>
                <a:lnTo>
                  <a:pt x="800575" y="812409"/>
                </a:lnTo>
                <a:lnTo>
                  <a:pt x="796004" y="807625"/>
                </a:lnTo>
                <a:lnTo>
                  <a:pt x="789790" y="800077"/>
                </a:lnTo>
                <a:lnTo>
                  <a:pt x="784058" y="792157"/>
                </a:lnTo>
                <a:lnTo>
                  <a:pt x="778830" y="783896"/>
                </a:lnTo>
                <a:lnTo>
                  <a:pt x="774126" y="775325"/>
                </a:lnTo>
                <a:lnTo>
                  <a:pt x="769965" y="766478"/>
                </a:lnTo>
                <a:lnTo>
                  <a:pt x="766363" y="757389"/>
                </a:lnTo>
                <a:lnTo>
                  <a:pt x="763333" y="748094"/>
                </a:lnTo>
                <a:lnTo>
                  <a:pt x="761283" y="735501"/>
                </a:lnTo>
                <a:lnTo>
                  <a:pt x="759909" y="722817"/>
                </a:lnTo>
                <a:lnTo>
                  <a:pt x="759217" y="710078"/>
                </a:lnTo>
                <a:lnTo>
                  <a:pt x="759208" y="697320"/>
                </a:lnTo>
                <a:lnTo>
                  <a:pt x="759882" y="684579"/>
                </a:lnTo>
                <a:lnTo>
                  <a:pt x="761238" y="671894"/>
                </a:lnTo>
                <a:lnTo>
                  <a:pt x="763983" y="660980"/>
                </a:lnTo>
                <a:lnTo>
                  <a:pt x="767458" y="650502"/>
                </a:lnTo>
                <a:lnTo>
                  <a:pt x="771645" y="640477"/>
                </a:lnTo>
                <a:lnTo>
                  <a:pt x="776527" y="630921"/>
                </a:lnTo>
                <a:lnTo>
                  <a:pt x="782089" y="621851"/>
                </a:lnTo>
                <a:lnTo>
                  <a:pt x="788313" y="613282"/>
                </a:lnTo>
                <a:lnTo>
                  <a:pt x="795184" y="605232"/>
                </a:lnTo>
                <a:lnTo>
                  <a:pt x="802684" y="597718"/>
                </a:lnTo>
                <a:lnTo>
                  <a:pt x="810796" y="590754"/>
                </a:lnTo>
                <a:lnTo>
                  <a:pt x="819505" y="584358"/>
                </a:lnTo>
                <a:lnTo>
                  <a:pt x="828794" y="578547"/>
                </a:lnTo>
                <a:lnTo>
                  <a:pt x="838645" y="573337"/>
                </a:lnTo>
                <a:lnTo>
                  <a:pt x="849043" y="568743"/>
                </a:lnTo>
                <a:lnTo>
                  <a:pt x="859970" y="564784"/>
                </a:lnTo>
                <a:lnTo>
                  <a:pt x="871411" y="561474"/>
                </a:lnTo>
                <a:lnTo>
                  <a:pt x="883348" y="558832"/>
                </a:lnTo>
                <a:lnTo>
                  <a:pt x="898402" y="557351"/>
                </a:lnTo>
                <a:lnTo>
                  <a:pt x="913512" y="556628"/>
                </a:lnTo>
                <a:lnTo>
                  <a:pt x="928638" y="556663"/>
                </a:lnTo>
                <a:lnTo>
                  <a:pt x="943744" y="557456"/>
                </a:lnTo>
                <a:lnTo>
                  <a:pt x="958791" y="559006"/>
                </a:lnTo>
                <a:lnTo>
                  <a:pt x="973741" y="561308"/>
                </a:lnTo>
                <a:close/>
                <a:moveTo>
                  <a:pt x="694277" y="611029"/>
                </a:moveTo>
                <a:lnTo>
                  <a:pt x="694277" y="659797"/>
                </a:lnTo>
                <a:lnTo>
                  <a:pt x="539687" y="659797"/>
                </a:lnTo>
                <a:lnTo>
                  <a:pt x="539687" y="1100138"/>
                </a:lnTo>
                <a:lnTo>
                  <a:pt x="430054" y="1100138"/>
                </a:lnTo>
                <a:lnTo>
                  <a:pt x="430054" y="659702"/>
                </a:lnTo>
                <a:lnTo>
                  <a:pt x="275082" y="659702"/>
                </a:lnTo>
                <a:lnTo>
                  <a:pt x="275082" y="612077"/>
                </a:lnTo>
                <a:lnTo>
                  <a:pt x="274913" y="603865"/>
                </a:lnTo>
                <a:lnTo>
                  <a:pt x="274887" y="595652"/>
                </a:lnTo>
                <a:lnTo>
                  <a:pt x="275006" y="587439"/>
                </a:lnTo>
                <a:lnTo>
                  <a:pt x="275268" y="579230"/>
                </a:lnTo>
                <a:lnTo>
                  <a:pt x="275675" y="571027"/>
                </a:lnTo>
                <a:lnTo>
                  <a:pt x="276225" y="562832"/>
                </a:lnTo>
                <a:lnTo>
                  <a:pt x="277448" y="562681"/>
                </a:lnTo>
                <a:lnTo>
                  <a:pt x="280760" y="562549"/>
                </a:lnTo>
                <a:lnTo>
                  <a:pt x="286052" y="562435"/>
                </a:lnTo>
                <a:lnTo>
                  <a:pt x="293215" y="562337"/>
                </a:lnTo>
                <a:lnTo>
                  <a:pt x="302142" y="562254"/>
                </a:lnTo>
                <a:lnTo>
                  <a:pt x="312725" y="562184"/>
                </a:lnTo>
                <a:lnTo>
                  <a:pt x="324855" y="562128"/>
                </a:lnTo>
                <a:lnTo>
                  <a:pt x="338423" y="562082"/>
                </a:lnTo>
                <a:lnTo>
                  <a:pt x="353322" y="562047"/>
                </a:lnTo>
                <a:lnTo>
                  <a:pt x="369443" y="562020"/>
                </a:lnTo>
                <a:lnTo>
                  <a:pt x="386679" y="562001"/>
                </a:lnTo>
                <a:lnTo>
                  <a:pt x="404920" y="561988"/>
                </a:lnTo>
                <a:lnTo>
                  <a:pt x="424058" y="561981"/>
                </a:lnTo>
                <a:lnTo>
                  <a:pt x="443986" y="561977"/>
                </a:lnTo>
                <a:lnTo>
                  <a:pt x="464594" y="561975"/>
                </a:lnTo>
                <a:lnTo>
                  <a:pt x="485775" y="561975"/>
                </a:lnTo>
                <a:lnTo>
                  <a:pt x="693706" y="561975"/>
                </a:lnTo>
                <a:close/>
              </a:path>
            </a:pathLst>
          </a:custGeom>
          <a:solidFill xmlns:a="http://schemas.openxmlformats.org/drawingml/2006/main">
            <a:srgbClr val="007ACC"/>
          </a:solidFill>
          <a:ln xmlns:a="http://schemas.openxmlformats.org/drawingml/2006/main" w="0">
            <a:noFill/>
          </a:ln>
        </p:spPr>
      </p:sp>
      <p:sp>
        <p:nvSpPr>
          <p:cNvPr id="46" name="python vector 1">
            <a:extLst xmlns:a="http://schemas.openxmlformats.org/drawingml/2006/main">
              <a:ext uri="{FF2B5EF4-FFF2-40B4-BE49-F238E27FC236}">
                <a16:creationId xmlns:a16="http://schemas.microsoft.com/office/drawing/2014/main" id="{D54B2445-0875-48EE-BD9F-D19CC96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495300" cy="476250"/>
          </a:xfrm>
          <a:custGeom xmlns:a="http://schemas.openxmlformats.org/drawingml/2006/main">
            <a:pathLst>
              <a:path w="1219200" h="1219200">
                <a:moveTo>
                  <a:pt x="603799" y="116662"/>
                </a:moveTo>
                <a:lnTo>
                  <a:pt x="596281" y="116736"/>
                </a:lnTo>
                <a:lnTo>
                  <a:pt x="588810" y="116884"/>
                </a:lnTo>
                <a:lnTo>
                  <a:pt x="581390" y="117106"/>
                </a:lnTo>
                <a:lnTo>
                  <a:pt x="574024" y="117400"/>
                </a:lnTo>
                <a:lnTo>
                  <a:pt x="566718" y="117766"/>
                </a:lnTo>
                <a:lnTo>
                  <a:pt x="559475" y="118204"/>
                </a:lnTo>
                <a:lnTo>
                  <a:pt x="552299" y="118711"/>
                </a:lnTo>
                <a:lnTo>
                  <a:pt x="545194" y="119286"/>
                </a:lnTo>
                <a:lnTo>
                  <a:pt x="538165" y="119930"/>
                </a:lnTo>
                <a:lnTo>
                  <a:pt x="531214" y="120641"/>
                </a:lnTo>
                <a:lnTo>
                  <a:pt x="524348" y="121417"/>
                </a:lnTo>
                <a:lnTo>
                  <a:pt x="517568" y="122258"/>
                </a:lnTo>
                <a:lnTo>
                  <a:pt x="510880" y="123164"/>
                </a:lnTo>
                <a:lnTo>
                  <a:pt x="504287" y="124132"/>
                </a:lnTo>
                <a:lnTo>
                  <a:pt x="497794" y="125162"/>
                </a:lnTo>
                <a:lnTo>
                  <a:pt x="491404" y="126254"/>
                </a:lnTo>
                <a:lnTo>
                  <a:pt x="473681" y="129779"/>
                </a:lnTo>
                <a:lnTo>
                  <a:pt x="457774" y="133772"/>
                </a:lnTo>
                <a:lnTo>
                  <a:pt x="443590" y="138250"/>
                </a:lnTo>
                <a:lnTo>
                  <a:pt x="431038" y="143231"/>
                </a:lnTo>
                <a:lnTo>
                  <a:pt x="420024" y="148731"/>
                </a:lnTo>
                <a:lnTo>
                  <a:pt x="410455" y="154769"/>
                </a:lnTo>
                <a:lnTo>
                  <a:pt x="402238" y="161362"/>
                </a:lnTo>
                <a:lnTo>
                  <a:pt x="395280" y="168527"/>
                </a:lnTo>
                <a:lnTo>
                  <a:pt x="389489" y="176281"/>
                </a:lnTo>
                <a:lnTo>
                  <a:pt x="384772" y="184643"/>
                </a:lnTo>
                <a:lnTo>
                  <a:pt x="381035" y="193628"/>
                </a:lnTo>
                <a:lnTo>
                  <a:pt x="378186" y="203255"/>
                </a:lnTo>
                <a:lnTo>
                  <a:pt x="376131" y="213541"/>
                </a:lnTo>
                <a:lnTo>
                  <a:pt x="374779" y="224503"/>
                </a:lnTo>
                <a:lnTo>
                  <a:pt x="374036" y="236159"/>
                </a:lnTo>
                <a:lnTo>
                  <a:pt x="373809" y="248526"/>
                </a:lnTo>
                <a:lnTo>
                  <a:pt x="373809" y="338166"/>
                </a:lnTo>
                <a:lnTo>
                  <a:pt x="609009" y="338166"/>
                </a:lnTo>
                <a:lnTo>
                  <a:pt x="609009" y="368046"/>
                </a:lnTo>
                <a:lnTo>
                  <a:pt x="285531" y="368046"/>
                </a:lnTo>
                <a:lnTo>
                  <a:pt x="272823" y="368526"/>
                </a:lnTo>
                <a:lnTo>
                  <a:pt x="260361" y="369964"/>
                </a:lnTo>
                <a:lnTo>
                  <a:pt x="248194" y="372353"/>
                </a:lnTo>
                <a:lnTo>
                  <a:pt x="236370" y="375687"/>
                </a:lnTo>
                <a:lnTo>
                  <a:pt x="224937" y="379960"/>
                </a:lnTo>
                <a:lnTo>
                  <a:pt x="213941" y="385167"/>
                </a:lnTo>
                <a:lnTo>
                  <a:pt x="203431" y="391302"/>
                </a:lnTo>
                <a:lnTo>
                  <a:pt x="193455" y="398359"/>
                </a:lnTo>
                <a:lnTo>
                  <a:pt x="184061" y="406333"/>
                </a:lnTo>
                <a:lnTo>
                  <a:pt x="175296" y="415216"/>
                </a:lnTo>
                <a:lnTo>
                  <a:pt x="167208" y="425004"/>
                </a:lnTo>
                <a:lnTo>
                  <a:pt x="159845" y="435691"/>
                </a:lnTo>
                <a:lnTo>
                  <a:pt x="153254" y="447271"/>
                </a:lnTo>
                <a:lnTo>
                  <a:pt x="147485" y="459737"/>
                </a:lnTo>
                <a:lnTo>
                  <a:pt x="142583" y="473085"/>
                </a:lnTo>
                <a:lnTo>
                  <a:pt x="138598" y="487309"/>
                </a:lnTo>
                <a:lnTo>
                  <a:pt x="134790" y="503728"/>
                </a:lnTo>
                <a:lnTo>
                  <a:pt x="131471" y="519463"/>
                </a:lnTo>
                <a:lnTo>
                  <a:pt x="128644" y="534618"/>
                </a:lnTo>
                <a:lnTo>
                  <a:pt x="126313" y="549296"/>
                </a:lnTo>
                <a:lnTo>
                  <a:pt x="124483" y="563604"/>
                </a:lnTo>
                <a:lnTo>
                  <a:pt x="123158" y="577644"/>
                </a:lnTo>
                <a:lnTo>
                  <a:pt x="122342" y="591522"/>
                </a:lnTo>
                <a:lnTo>
                  <a:pt x="122039" y="605342"/>
                </a:lnTo>
                <a:lnTo>
                  <a:pt x="122254" y="619209"/>
                </a:lnTo>
                <a:lnTo>
                  <a:pt x="122990" y="633226"/>
                </a:lnTo>
                <a:lnTo>
                  <a:pt x="124253" y="647499"/>
                </a:lnTo>
                <a:lnTo>
                  <a:pt x="126045" y="662131"/>
                </a:lnTo>
                <a:lnTo>
                  <a:pt x="128371" y="677228"/>
                </a:lnTo>
                <a:lnTo>
                  <a:pt x="131236" y="692893"/>
                </a:lnTo>
                <a:lnTo>
                  <a:pt x="134644" y="709232"/>
                </a:lnTo>
                <a:lnTo>
                  <a:pt x="138598" y="726348"/>
                </a:lnTo>
                <a:lnTo>
                  <a:pt x="142006" y="739163"/>
                </a:lnTo>
                <a:lnTo>
                  <a:pt x="145965" y="751465"/>
                </a:lnTo>
                <a:lnTo>
                  <a:pt x="150484" y="763211"/>
                </a:lnTo>
                <a:lnTo>
                  <a:pt x="155569" y="774358"/>
                </a:lnTo>
                <a:lnTo>
                  <a:pt x="161230" y="784862"/>
                </a:lnTo>
                <a:lnTo>
                  <a:pt x="167472" y="794680"/>
                </a:lnTo>
                <a:lnTo>
                  <a:pt x="174305" y="803768"/>
                </a:lnTo>
                <a:lnTo>
                  <a:pt x="181735" y="812084"/>
                </a:lnTo>
                <a:lnTo>
                  <a:pt x="189770" y="819583"/>
                </a:lnTo>
                <a:lnTo>
                  <a:pt x="198418" y="826223"/>
                </a:lnTo>
                <a:lnTo>
                  <a:pt x="207686" y="831961"/>
                </a:lnTo>
                <a:lnTo>
                  <a:pt x="217583" y="836752"/>
                </a:lnTo>
                <a:lnTo>
                  <a:pt x="228116" y="840554"/>
                </a:lnTo>
                <a:lnTo>
                  <a:pt x="239292" y="843324"/>
                </a:lnTo>
                <a:lnTo>
                  <a:pt x="251119" y="845017"/>
                </a:lnTo>
                <a:lnTo>
                  <a:pt x="263604" y="845591"/>
                </a:lnTo>
                <a:lnTo>
                  <a:pt x="344481" y="845591"/>
                </a:lnTo>
                <a:lnTo>
                  <a:pt x="344481" y="738130"/>
                </a:lnTo>
                <a:lnTo>
                  <a:pt x="345255" y="723695"/>
                </a:lnTo>
                <a:lnTo>
                  <a:pt x="347523" y="709561"/>
                </a:lnTo>
                <a:lnTo>
                  <a:pt x="351205" y="695816"/>
                </a:lnTo>
                <a:lnTo>
                  <a:pt x="356221" y="682546"/>
                </a:lnTo>
                <a:lnTo>
                  <a:pt x="362492" y="669839"/>
                </a:lnTo>
                <a:lnTo>
                  <a:pt x="369938" y="657781"/>
                </a:lnTo>
                <a:lnTo>
                  <a:pt x="378478" y="646459"/>
                </a:lnTo>
                <a:lnTo>
                  <a:pt x="388033" y="635959"/>
                </a:lnTo>
                <a:lnTo>
                  <a:pt x="398523" y="626370"/>
                </a:lnTo>
                <a:lnTo>
                  <a:pt x="409867" y="617777"/>
                </a:lnTo>
                <a:lnTo>
                  <a:pt x="421987" y="610268"/>
                </a:lnTo>
                <a:lnTo>
                  <a:pt x="434802" y="603929"/>
                </a:lnTo>
                <a:lnTo>
                  <a:pt x="448232" y="598848"/>
                </a:lnTo>
                <a:lnTo>
                  <a:pt x="462197" y="595111"/>
                </a:lnTo>
                <a:lnTo>
                  <a:pt x="476618" y="592805"/>
                </a:lnTo>
                <a:lnTo>
                  <a:pt x="491414" y="592017"/>
                </a:lnTo>
                <a:lnTo>
                  <a:pt x="726348" y="592017"/>
                </a:lnTo>
                <a:lnTo>
                  <a:pt x="738446" y="591396"/>
                </a:lnTo>
                <a:lnTo>
                  <a:pt x="750177" y="589575"/>
                </a:lnTo>
                <a:lnTo>
                  <a:pt x="761485" y="586614"/>
                </a:lnTo>
                <a:lnTo>
                  <a:pt x="772312" y="582576"/>
                </a:lnTo>
                <a:lnTo>
                  <a:pt x="782601" y="577522"/>
                </a:lnTo>
                <a:lnTo>
                  <a:pt x="792296" y="571514"/>
                </a:lnTo>
                <a:lnTo>
                  <a:pt x="801338" y="564613"/>
                </a:lnTo>
                <a:lnTo>
                  <a:pt x="809670" y="556882"/>
                </a:lnTo>
                <a:lnTo>
                  <a:pt x="817237" y="548380"/>
                </a:lnTo>
                <a:lnTo>
                  <a:pt x="823979" y="539171"/>
                </a:lnTo>
                <a:lnTo>
                  <a:pt x="829842" y="529315"/>
                </a:lnTo>
                <a:lnTo>
                  <a:pt x="834766" y="518875"/>
                </a:lnTo>
                <a:lnTo>
                  <a:pt x="838695" y="507911"/>
                </a:lnTo>
                <a:lnTo>
                  <a:pt x="841573" y="496486"/>
                </a:lnTo>
                <a:lnTo>
                  <a:pt x="843341" y="484661"/>
                </a:lnTo>
                <a:lnTo>
                  <a:pt x="843944" y="472497"/>
                </a:lnTo>
                <a:lnTo>
                  <a:pt x="843944" y="248536"/>
                </a:lnTo>
                <a:lnTo>
                  <a:pt x="843324" y="236774"/>
                </a:lnTo>
                <a:lnTo>
                  <a:pt x="841508" y="225415"/>
                </a:lnTo>
                <a:lnTo>
                  <a:pt x="838560" y="214491"/>
                </a:lnTo>
                <a:lnTo>
                  <a:pt x="834544" y="204032"/>
                </a:lnTo>
                <a:lnTo>
                  <a:pt x="829523" y="194071"/>
                </a:lnTo>
                <a:lnTo>
                  <a:pt x="823562" y="184638"/>
                </a:lnTo>
                <a:lnTo>
                  <a:pt x="816726" y="175765"/>
                </a:lnTo>
                <a:lnTo>
                  <a:pt x="809077" y="167483"/>
                </a:lnTo>
                <a:lnTo>
                  <a:pt x="800681" y="159823"/>
                </a:lnTo>
                <a:lnTo>
                  <a:pt x="791601" y="152817"/>
                </a:lnTo>
                <a:lnTo>
                  <a:pt x="781901" y="146497"/>
                </a:lnTo>
                <a:lnTo>
                  <a:pt x="771645" y="140892"/>
                </a:lnTo>
                <a:lnTo>
                  <a:pt x="760898" y="136035"/>
                </a:lnTo>
                <a:lnTo>
                  <a:pt x="749723" y="131957"/>
                </a:lnTo>
                <a:lnTo>
                  <a:pt x="738185" y="128690"/>
                </a:lnTo>
                <a:lnTo>
                  <a:pt x="726348" y="126263"/>
                </a:lnTo>
                <a:lnTo>
                  <a:pt x="718752" y="125045"/>
                </a:lnTo>
                <a:lnTo>
                  <a:pt x="711125" y="123913"/>
                </a:lnTo>
                <a:lnTo>
                  <a:pt x="703473" y="122865"/>
                </a:lnTo>
                <a:lnTo>
                  <a:pt x="695800" y="121901"/>
                </a:lnTo>
                <a:lnTo>
                  <a:pt x="688110" y="121020"/>
                </a:lnTo>
                <a:lnTo>
                  <a:pt x="680409" y="120223"/>
                </a:lnTo>
                <a:lnTo>
                  <a:pt x="672701" y="119507"/>
                </a:lnTo>
                <a:lnTo>
                  <a:pt x="664991" y="118873"/>
                </a:lnTo>
                <a:lnTo>
                  <a:pt x="657284" y="118320"/>
                </a:lnTo>
                <a:lnTo>
                  <a:pt x="649584" y="117847"/>
                </a:lnTo>
                <a:lnTo>
                  <a:pt x="641896" y="117454"/>
                </a:lnTo>
                <a:lnTo>
                  <a:pt x="634224" y="117140"/>
                </a:lnTo>
                <a:lnTo>
                  <a:pt x="626574" y="116905"/>
                </a:lnTo>
                <a:lnTo>
                  <a:pt x="618950" y="116747"/>
                </a:lnTo>
                <a:lnTo>
                  <a:pt x="611357" y="116666"/>
                </a:lnTo>
                <a:lnTo>
                  <a:pt x="603799" y="116662"/>
                </a:lnTo>
                <a:close/>
                <a:moveTo>
                  <a:pt x="476602" y="188757"/>
                </a:moveTo>
                <a:lnTo>
                  <a:pt x="481101" y="188989"/>
                </a:lnTo>
                <a:lnTo>
                  <a:pt x="485473" y="189672"/>
                </a:lnTo>
                <a:lnTo>
                  <a:pt x="489695" y="190781"/>
                </a:lnTo>
                <a:lnTo>
                  <a:pt x="493746" y="192295"/>
                </a:lnTo>
                <a:lnTo>
                  <a:pt x="497602" y="194191"/>
                </a:lnTo>
                <a:lnTo>
                  <a:pt x="501242" y="196445"/>
                </a:lnTo>
                <a:lnTo>
                  <a:pt x="504642" y="199036"/>
                </a:lnTo>
                <a:lnTo>
                  <a:pt x="507780" y="201940"/>
                </a:lnTo>
                <a:lnTo>
                  <a:pt x="510634" y="205134"/>
                </a:lnTo>
                <a:lnTo>
                  <a:pt x="513180" y="208597"/>
                </a:lnTo>
                <a:lnTo>
                  <a:pt x="515396" y="212304"/>
                </a:lnTo>
                <a:lnTo>
                  <a:pt x="517260" y="216234"/>
                </a:lnTo>
                <a:lnTo>
                  <a:pt x="518749" y="220364"/>
                </a:lnTo>
                <a:lnTo>
                  <a:pt x="519841" y="224671"/>
                </a:lnTo>
                <a:lnTo>
                  <a:pt x="520512" y="229132"/>
                </a:lnTo>
                <a:lnTo>
                  <a:pt x="520741" y="233724"/>
                </a:lnTo>
                <a:lnTo>
                  <a:pt x="520513" y="238296"/>
                </a:lnTo>
                <a:lnTo>
                  <a:pt x="519841" y="242735"/>
                </a:lnTo>
                <a:lnTo>
                  <a:pt x="518750" y="247018"/>
                </a:lnTo>
                <a:lnTo>
                  <a:pt x="517262" y="251124"/>
                </a:lnTo>
                <a:lnTo>
                  <a:pt x="515398" y="255030"/>
                </a:lnTo>
                <a:lnTo>
                  <a:pt x="513182" y="258713"/>
                </a:lnTo>
                <a:lnTo>
                  <a:pt x="510637" y="262151"/>
                </a:lnTo>
                <a:lnTo>
                  <a:pt x="507784" y="265322"/>
                </a:lnTo>
                <a:lnTo>
                  <a:pt x="504646" y="268204"/>
                </a:lnTo>
                <a:lnTo>
                  <a:pt x="501246" y="270774"/>
                </a:lnTo>
                <a:lnTo>
                  <a:pt x="497607" y="273010"/>
                </a:lnTo>
                <a:lnTo>
                  <a:pt x="493750" y="274890"/>
                </a:lnTo>
                <a:lnTo>
                  <a:pt x="489699" y="276391"/>
                </a:lnTo>
                <a:lnTo>
                  <a:pt x="485475" y="277490"/>
                </a:lnTo>
                <a:lnTo>
                  <a:pt x="481102" y="278166"/>
                </a:lnTo>
                <a:lnTo>
                  <a:pt x="476602" y="278397"/>
                </a:lnTo>
                <a:lnTo>
                  <a:pt x="472088" y="278166"/>
                </a:lnTo>
                <a:lnTo>
                  <a:pt x="467705" y="277490"/>
                </a:lnTo>
                <a:lnTo>
                  <a:pt x="463475" y="276391"/>
                </a:lnTo>
                <a:lnTo>
                  <a:pt x="459420" y="274890"/>
                </a:lnTo>
                <a:lnTo>
                  <a:pt x="455562" y="273010"/>
                </a:lnTo>
                <a:lnTo>
                  <a:pt x="451924" y="270774"/>
                </a:lnTo>
                <a:lnTo>
                  <a:pt x="448527" y="268204"/>
                </a:lnTo>
                <a:lnTo>
                  <a:pt x="445394" y="265322"/>
                </a:lnTo>
                <a:lnTo>
                  <a:pt x="442546" y="262151"/>
                </a:lnTo>
                <a:lnTo>
                  <a:pt x="440007" y="258713"/>
                </a:lnTo>
                <a:lnTo>
                  <a:pt x="437797" y="255030"/>
                </a:lnTo>
                <a:lnTo>
                  <a:pt x="435939" y="251124"/>
                </a:lnTo>
                <a:lnTo>
                  <a:pt x="434456" y="247018"/>
                </a:lnTo>
                <a:lnTo>
                  <a:pt x="433369" y="242735"/>
                </a:lnTo>
                <a:lnTo>
                  <a:pt x="432701" y="238296"/>
                </a:lnTo>
                <a:lnTo>
                  <a:pt x="432473" y="233724"/>
                </a:lnTo>
                <a:lnTo>
                  <a:pt x="432699" y="229132"/>
                </a:lnTo>
                <a:lnTo>
                  <a:pt x="433366" y="224671"/>
                </a:lnTo>
                <a:lnTo>
                  <a:pt x="434452" y="220364"/>
                </a:lnTo>
                <a:lnTo>
                  <a:pt x="435935" y="216234"/>
                </a:lnTo>
                <a:lnTo>
                  <a:pt x="437793" y="212304"/>
                </a:lnTo>
                <a:lnTo>
                  <a:pt x="440002" y="208597"/>
                </a:lnTo>
                <a:lnTo>
                  <a:pt x="442542" y="205134"/>
                </a:lnTo>
                <a:lnTo>
                  <a:pt x="445390" y="201940"/>
                </a:lnTo>
                <a:lnTo>
                  <a:pt x="448524" y="199036"/>
                </a:lnTo>
                <a:lnTo>
                  <a:pt x="451921" y="196445"/>
                </a:lnTo>
                <a:lnTo>
                  <a:pt x="455561" y="194191"/>
                </a:lnTo>
                <a:lnTo>
                  <a:pt x="459419" y="192295"/>
                </a:lnTo>
                <a:lnTo>
                  <a:pt x="463474" y="190781"/>
                </a:lnTo>
                <a:lnTo>
                  <a:pt x="467705" y="189672"/>
                </a:lnTo>
                <a:lnTo>
                  <a:pt x="472088" y="188989"/>
                </a:lnTo>
                <a:lnTo>
                  <a:pt x="476602" y="188757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5A9FD4"/>
              </a:gs>
              <a:gs pos="100000">
                <a:srgbClr val="306998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47" name="python vector 2">
            <a:extLst xmlns:a="http://schemas.openxmlformats.org/drawingml/2006/main">
              <a:ext uri="{FF2B5EF4-FFF2-40B4-BE49-F238E27FC236}">
                <a16:creationId xmlns:a16="http://schemas.microsoft.com/office/drawing/2014/main" id="{DAF86398-A70A-407D-940E-98643BF7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495300" cy="476250"/>
          </a:xfrm>
          <a:custGeom xmlns:a="http://schemas.openxmlformats.org/drawingml/2006/main">
            <a:pathLst>
              <a:path w="1219200" h="1219200">
                <a:moveTo>
                  <a:pt x="873271" y="368046"/>
                </a:moveTo>
                <a:lnTo>
                  <a:pt x="873271" y="472497"/>
                </a:lnTo>
                <a:lnTo>
                  <a:pt x="872481" y="487514"/>
                </a:lnTo>
                <a:lnTo>
                  <a:pt x="870168" y="502149"/>
                </a:lnTo>
                <a:lnTo>
                  <a:pt x="866419" y="516323"/>
                </a:lnTo>
                <a:lnTo>
                  <a:pt x="861320" y="529952"/>
                </a:lnTo>
                <a:lnTo>
                  <a:pt x="854959" y="542957"/>
                </a:lnTo>
                <a:lnTo>
                  <a:pt x="847420" y="555257"/>
                </a:lnTo>
                <a:lnTo>
                  <a:pt x="838791" y="566770"/>
                </a:lnTo>
                <a:lnTo>
                  <a:pt x="829158" y="577415"/>
                </a:lnTo>
                <a:lnTo>
                  <a:pt x="818608" y="587111"/>
                </a:lnTo>
                <a:lnTo>
                  <a:pt x="807228" y="595778"/>
                </a:lnTo>
                <a:lnTo>
                  <a:pt x="795103" y="603334"/>
                </a:lnTo>
                <a:lnTo>
                  <a:pt x="782320" y="609697"/>
                </a:lnTo>
                <a:lnTo>
                  <a:pt x="768965" y="614788"/>
                </a:lnTo>
                <a:lnTo>
                  <a:pt x="755126" y="618525"/>
                </a:lnTo>
                <a:lnTo>
                  <a:pt x="740888" y="620826"/>
                </a:lnTo>
                <a:lnTo>
                  <a:pt x="726338" y="621611"/>
                </a:lnTo>
                <a:lnTo>
                  <a:pt x="491404" y="621611"/>
                </a:lnTo>
                <a:lnTo>
                  <a:pt x="479479" y="622245"/>
                </a:lnTo>
                <a:lnTo>
                  <a:pt x="467876" y="624104"/>
                </a:lnTo>
                <a:lnTo>
                  <a:pt x="456656" y="627119"/>
                </a:lnTo>
                <a:lnTo>
                  <a:pt x="445882" y="631225"/>
                </a:lnTo>
                <a:lnTo>
                  <a:pt x="435615" y="636353"/>
                </a:lnTo>
                <a:lnTo>
                  <a:pt x="425917" y="642438"/>
                </a:lnTo>
                <a:lnTo>
                  <a:pt x="416850" y="649412"/>
                </a:lnTo>
                <a:lnTo>
                  <a:pt x="408475" y="657208"/>
                </a:lnTo>
                <a:lnTo>
                  <a:pt x="400854" y="665760"/>
                </a:lnTo>
                <a:lnTo>
                  <a:pt x="394049" y="674999"/>
                </a:lnTo>
                <a:lnTo>
                  <a:pt x="388122" y="684860"/>
                </a:lnTo>
                <a:lnTo>
                  <a:pt x="383134" y="695276"/>
                </a:lnTo>
                <a:lnTo>
                  <a:pt x="379147" y="706178"/>
                </a:lnTo>
                <a:lnTo>
                  <a:pt x="376222" y="717501"/>
                </a:lnTo>
                <a:lnTo>
                  <a:pt x="374422" y="729177"/>
                </a:lnTo>
                <a:lnTo>
                  <a:pt x="373809" y="741140"/>
                </a:lnTo>
                <a:lnTo>
                  <a:pt x="373809" y="965121"/>
                </a:lnTo>
                <a:lnTo>
                  <a:pt x="374446" y="976765"/>
                </a:lnTo>
                <a:lnTo>
                  <a:pt x="376311" y="987804"/>
                </a:lnTo>
                <a:lnTo>
                  <a:pt x="379333" y="998249"/>
                </a:lnTo>
                <a:lnTo>
                  <a:pt x="383439" y="1008111"/>
                </a:lnTo>
                <a:lnTo>
                  <a:pt x="388559" y="1017398"/>
                </a:lnTo>
                <a:lnTo>
                  <a:pt x="394622" y="1026122"/>
                </a:lnTo>
                <a:lnTo>
                  <a:pt x="401556" y="1034293"/>
                </a:lnTo>
                <a:lnTo>
                  <a:pt x="409289" y="1041921"/>
                </a:lnTo>
                <a:lnTo>
                  <a:pt x="417752" y="1049016"/>
                </a:lnTo>
                <a:lnTo>
                  <a:pt x="426871" y="1055589"/>
                </a:lnTo>
                <a:lnTo>
                  <a:pt x="436577" y="1061650"/>
                </a:lnTo>
                <a:lnTo>
                  <a:pt x="446798" y="1067208"/>
                </a:lnTo>
                <a:lnTo>
                  <a:pt x="457462" y="1072276"/>
                </a:lnTo>
                <a:lnTo>
                  <a:pt x="468499" y="1076862"/>
                </a:lnTo>
                <a:lnTo>
                  <a:pt x="479837" y="1080977"/>
                </a:lnTo>
                <a:lnTo>
                  <a:pt x="491404" y="1084631"/>
                </a:lnTo>
                <a:lnTo>
                  <a:pt x="505333" y="1088520"/>
                </a:lnTo>
                <a:lnTo>
                  <a:pt x="519220" y="1091972"/>
                </a:lnTo>
                <a:lnTo>
                  <a:pt x="533096" y="1094970"/>
                </a:lnTo>
                <a:lnTo>
                  <a:pt x="546992" y="1097495"/>
                </a:lnTo>
                <a:lnTo>
                  <a:pt x="560939" y="1099531"/>
                </a:lnTo>
                <a:lnTo>
                  <a:pt x="574965" y="1101059"/>
                </a:lnTo>
                <a:lnTo>
                  <a:pt x="589103" y="1102063"/>
                </a:lnTo>
                <a:lnTo>
                  <a:pt x="603381" y="1102526"/>
                </a:lnTo>
                <a:lnTo>
                  <a:pt x="617832" y="1102429"/>
                </a:lnTo>
                <a:lnTo>
                  <a:pt x="632484" y="1101756"/>
                </a:lnTo>
                <a:lnTo>
                  <a:pt x="647368" y="1100488"/>
                </a:lnTo>
                <a:lnTo>
                  <a:pt x="662515" y="1098609"/>
                </a:lnTo>
                <a:lnTo>
                  <a:pt x="677956" y="1096102"/>
                </a:lnTo>
                <a:lnTo>
                  <a:pt x="693719" y="1092947"/>
                </a:lnTo>
                <a:lnTo>
                  <a:pt x="709837" y="1089130"/>
                </a:lnTo>
                <a:lnTo>
                  <a:pt x="726338" y="1084631"/>
                </a:lnTo>
                <a:lnTo>
                  <a:pt x="737416" y="1081207"/>
                </a:lnTo>
                <a:lnTo>
                  <a:pt x="748390" y="1077354"/>
                </a:lnTo>
                <a:lnTo>
                  <a:pt x="759177" y="1073046"/>
                </a:lnTo>
                <a:lnTo>
                  <a:pt x="769691" y="1068263"/>
                </a:lnTo>
                <a:lnTo>
                  <a:pt x="779848" y="1062978"/>
                </a:lnTo>
                <a:lnTo>
                  <a:pt x="789565" y="1057170"/>
                </a:lnTo>
                <a:lnTo>
                  <a:pt x="798757" y="1050815"/>
                </a:lnTo>
                <a:lnTo>
                  <a:pt x="807339" y="1043889"/>
                </a:lnTo>
                <a:lnTo>
                  <a:pt x="815227" y="1036369"/>
                </a:lnTo>
                <a:lnTo>
                  <a:pt x="822337" y="1028231"/>
                </a:lnTo>
                <a:lnTo>
                  <a:pt x="828585" y="1019452"/>
                </a:lnTo>
                <a:lnTo>
                  <a:pt x="833886" y="1010009"/>
                </a:lnTo>
                <a:lnTo>
                  <a:pt x="838155" y="999877"/>
                </a:lnTo>
                <a:lnTo>
                  <a:pt x="841310" y="989034"/>
                </a:lnTo>
                <a:lnTo>
                  <a:pt x="843264" y="977457"/>
                </a:lnTo>
                <a:lnTo>
                  <a:pt x="843934" y="965121"/>
                </a:lnTo>
                <a:lnTo>
                  <a:pt x="843934" y="875471"/>
                </a:lnTo>
                <a:lnTo>
                  <a:pt x="609009" y="875471"/>
                </a:lnTo>
                <a:lnTo>
                  <a:pt x="609009" y="845582"/>
                </a:lnTo>
                <a:lnTo>
                  <a:pt x="961549" y="845582"/>
                </a:lnTo>
                <a:lnTo>
                  <a:pt x="973872" y="845029"/>
                </a:lnTo>
                <a:lnTo>
                  <a:pt x="985252" y="843394"/>
                </a:lnTo>
                <a:lnTo>
                  <a:pt x="995747" y="840711"/>
                </a:lnTo>
                <a:lnTo>
                  <a:pt x="1005419" y="837015"/>
                </a:lnTo>
                <a:lnTo>
                  <a:pt x="1014327" y="832341"/>
                </a:lnTo>
                <a:lnTo>
                  <a:pt x="1022531" y="826724"/>
                </a:lnTo>
                <a:lnTo>
                  <a:pt x="1030093" y="820198"/>
                </a:lnTo>
                <a:lnTo>
                  <a:pt x="1037072" y="812799"/>
                </a:lnTo>
                <a:lnTo>
                  <a:pt x="1043529" y="804561"/>
                </a:lnTo>
                <a:lnTo>
                  <a:pt x="1049524" y="795520"/>
                </a:lnTo>
                <a:lnTo>
                  <a:pt x="1055117" y="785709"/>
                </a:lnTo>
                <a:lnTo>
                  <a:pt x="1060368" y="775164"/>
                </a:lnTo>
                <a:lnTo>
                  <a:pt x="1065338" y="763920"/>
                </a:lnTo>
                <a:lnTo>
                  <a:pt x="1070087" y="752011"/>
                </a:lnTo>
                <a:lnTo>
                  <a:pt x="1074676" y="739472"/>
                </a:lnTo>
                <a:lnTo>
                  <a:pt x="1079163" y="726338"/>
                </a:lnTo>
                <a:lnTo>
                  <a:pt x="1083468" y="712551"/>
                </a:lnTo>
                <a:lnTo>
                  <a:pt x="1087177" y="698790"/>
                </a:lnTo>
                <a:lnTo>
                  <a:pt x="1090295" y="685019"/>
                </a:lnTo>
                <a:lnTo>
                  <a:pt x="1092827" y="671197"/>
                </a:lnTo>
                <a:lnTo>
                  <a:pt x="1094777" y="657285"/>
                </a:lnTo>
                <a:lnTo>
                  <a:pt x="1096150" y="643247"/>
                </a:lnTo>
                <a:lnTo>
                  <a:pt x="1096951" y="629041"/>
                </a:lnTo>
                <a:lnTo>
                  <a:pt x="1097184" y="614630"/>
                </a:lnTo>
                <a:lnTo>
                  <a:pt x="1096853" y="599976"/>
                </a:lnTo>
                <a:lnTo>
                  <a:pt x="1095964" y="585038"/>
                </a:lnTo>
                <a:lnTo>
                  <a:pt x="1094522" y="569778"/>
                </a:lnTo>
                <a:lnTo>
                  <a:pt x="1092530" y="554158"/>
                </a:lnTo>
                <a:lnTo>
                  <a:pt x="1089993" y="538139"/>
                </a:lnTo>
                <a:lnTo>
                  <a:pt x="1086917" y="521682"/>
                </a:lnTo>
                <a:lnTo>
                  <a:pt x="1083306" y="504748"/>
                </a:lnTo>
                <a:lnTo>
                  <a:pt x="1079163" y="487299"/>
                </a:lnTo>
                <a:lnTo>
                  <a:pt x="1075810" y="474744"/>
                </a:lnTo>
                <a:lnTo>
                  <a:pt x="1072066" y="462635"/>
                </a:lnTo>
                <a:lnTo>
                  <a:pt x="1067901" y="451021"/>
                </a:lnTo>
                <a:lnTo>
                  <a:pt x="1063284" y="439953"/>
                </a:lnTo>
                <a:lnTo>
                  <a:pt x="1058185" y="429481"/>
                </a:lnTo>
                <a:lnTo>
                  <a:pt x="1052574" y="419656"/>
                </a:lnTo>
                <a:lnTo>
                  <a:pt x="1046419" y="410528"/>
                </a:lnTo>
                <a:lnTo>
                  <a:pt x="1039691" y="402147"/>
                </a:lnTo>
                <a:lnTo>
                  <a:pt x="1032358" y="394563"/>
                </a:lnTo>
                <a:lnTo>
                  <a:pt x="1024391" y="387827"/>
                </a:lnTo>
                <a:lnTo>
                  <a:pt x="1015758" y="381990"/>
                </a:lnTo>
                <a:lnTo>
                  <a:pt x="1006430" y="377101"/>
                </a:lnTo>
                <a:lnTo>
                  <a:pt x="996375" y="373211"/>
                </a:lnTo>
                <a:lnTo>
                  <a:pt x="985564" y="370370"/>
                </a:lnTo>
                <a:lnTo>
                  <a:pt x="973965" y="368628"/>
                </a:lnTo>
                <a:lnTo>
                  <a:pt x="961549" y="368036"/>
                </a:lnTo>
                <a:lnTo>
                  <a:pt x="873271" y="368036"/>
                </a:lnTo>
                <a:close/>
                <a:moveTo>
                  <a:pt x="741131" y="935231"/>
                </a:moveTo>
                <a:lnTo>
                  <a:pt x="745646" y="935462"/>
                </a:lnTo>
                <a:lnTo>
                  <a:pt x="750031" y="936138"/>
                </a:lnTo>
                <a:lnTo>
                  <a:pt x="754262" y="937237"/>
                </a:lnTo>
                <a:lnTo>
                  <a:pt x="758318" y="938738"/>
                </a:lnTo>
                <a:lnTo>
                  <a:pt x="762177" y="940618"/>
                </a:lnTo>
                <a:lnTo>
                  <a:pt x="765816" y="942855"/>
                </a:lnTo>
                <a:lnTo>
                  <a:pt x="769214" y="945425"/>
                </a:lnTo>
                <a:lnTo>
                  <a:pt x="772348" y="948308"/>
                </a:lnTo>
                <a:lnTo>
                  <a:pt x="775196" y="951480"/>
                </a:lnTo>
                <a:lnTo>
                  <a:pt x="777736" y="954920"/>
                </a:lnTo>
                <a:lnTo>
                  <a:pt x="779946" y="958604"/>
                </a:lnTo>
                <a:lnTo>
                  <a:pt x="781803" y="962512"/>
                </a:lnTo>
                <a:lnTo>
                  <a:pt x="783287" y="966620"/>
                </a:lnTo>
                <a:lnTo>
                  <a:pt x="784373" y="970906"/>
                </a:lnTo>
                <a:lnTo>
                  <a:pt x="785042" y="975347"/>
                </a:lnTo>
                <a:lnTo>
                  <a:pt x="785270" y="979922"/>
                </a:lnTo>
                <a:lnTo>
                  <a:pt x="785042" y="984512"/>
                </a:lnTo>
                <a:lnTo>
                  <a:pt x="784373" y="988970"/>
                </a:lnTo>
                <a:lnTo>
                  <a:pt x="783286" y="993274"/>
                </a:lnTo>
                <a:lnTo>
                  <a:pt x="781802" y="997401"/>
                </a:lnTo>
                <a:lnTo>
                  <a:pt x="779944" y="1001330"/>
                </a:lnTo>
                <a:lnTo>
                  <a:pt x="777733" y="1005036"/>
                </a:lnTo>
                <a:lnTo>
                  <a:pt x="775193" y="1008497"/>
                </a:lnTo>
                <a:lnTo>
                  <a:pt x="772344" y="1011691"/>
                </a:lnTo>
                <a:lnTo>
                  <a:pt x="769210" y="1014594"/>
                </a:lnTo>
                <a:lnTo>
                  <a:pt x="765812" y="1017184"/>
                </a:lnTo>
                <a:lnTo>
                  <a:pt x="762173" y="1019438"/>
                </a:lnTo>
                <a:lnTo>
                  <a:pt x="758314" y="1021333"/>
                </a:lnTo>
                <a:lnTo>
                  <a:pt x="754259" y="1022847"/>
                </a:lnTo>
                <a:lnTo>
                  <a:pt x="750028" y="1023956"/>
                </a:lnTo>
                <a:lnTo>
                  <a:pt x="745645" y="1024638"/>
                </a:lnTo>
                <a:lnTo>
                  <a:pt x="741131" y="1024871"/>
                </a:lnTo>
                <a:lnTo>
                  <a:pt x="736632" y="1024638"/>
                </a:lnTo>
                <a:lnTo>
                  <a:pt x="732261" y="1023956"/>
                </a:lnTo>
                <a:lnTo>
                  <a:pt x="728039" y="1022847"/>
                </a:lnTo>
                <a:lnTo>
                  <a:pt x="723989" y="1021333"/>
                </a:lnTo>
                <a:lnTo>
                  <a:pt x="720133" y="1019438"/>
                </a:lnTo>
                <a:lnTo>
                  <a:pt x="716494" y="1017184"/>
                </a:lnTo>
                <a:lnTo>
                  <a:pt x="713095" y="1014594"/>
                </a:lnTo>
                <a:lnTo>
                  <a:pt x="709958" y="1011691"/>
                </a:lnTo>
                <a:lnTo>
                  <a:pt x="707105" y="1008497"/>
                </a:lnTo>
                <a:lnTo>
                  <a:pt x="704560" y="1005036"/>
                </a:lnTo>
                <a:lnTo>
                  <a:pt x="702344" y="1001330"/>
                </a:lnTo>
                <a:lnTo>
                  <a:pt x="700481" y="997401"/>
                </a:lnTo>
                <a:lnTo>
                  <a:pt x="698992" y="993274"/>
                </a:lnTo>
                <a:lnTo>
                  <a:pt x="697901" y="988970"/>
                </a:lnTo>
                <a:lnTo>
                  <a:pt x="697230" y="984512"/>
                </a:lnTo>
                <a:lnTo>
                  <a:pt x="697001" y="979922"/>
                </a:lnTo>
                <a:lnTo>
                  <a:pt x="697230" y="975347"/>
                </a:lnTo>
                <a:lnTo>
                  <a:pt x="697901" y="970906"/>
                </a:lnTo>
                <a:lnTo>
                  <a:pt x="698992" y="966620"/>
                </a:lnTo>
                <a:lnTo>
                  <a:pt x="700481" y="962512"/>
                </a:lnTo>
                <a:lnTo>
                  <a:pt x="702344" y="958604"/>
                </a:lnTo>
                <a:lnTo>
                  <a:pt x="704560" y="954920"/>
                </a:lnTo>
                <a:lnTo>
                  <a:pt x="707105" y="951480"/>
                </a:lnTo>
                <a:lnTo>
                  <a:pt x="709958" y="948308"/>
                </a:lnTo>
                <a:lnTo>
                  <a:pt x="713095" y="945425"/>
                </a:lnTo>
                <a:lnTo>
                  <a:pt x="716494" y="942855"/>
                </a:lnTo>
                <a:lnTo>
                  <a:pt x="720133" y="940618"/>
                </a:lnTo>
                <a:lnTo>
                  <a:pt x="723989" y="938738"/>
                </a:lnTo>
                <a:lnTo>
                  <a:pt x="728039" y="937237"/>
                </a:lnTo>
                <a:lnTo>
                  <a:pt x="732261" y="936138"/>
                </a:lnTo>
                <a:lnTo>
                  <a:pt x="736632" y="935462"/>
                </a:lnTo>
                <a:lnTo>
                  <a:pt x="741131" y="935231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D43B"/>
              </a:gs>
              <a:gs pos="100000">
                <a:srgbClr val="FFE873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48" name="fastapi vector 1">
            <a:extLst xmlns:a="http://schemas.openxmlformats.org/drawingml/2006/main">
              <a:ext uri="{FF2B5EF4-FFF2-40B4-BE49-F238E27FC236}">
                <a16:creationId xmlns:a16="http://schemas.microsoft.com/office/drawing/2014/main" id="{678525E6-5C8B-43C6-BD21-D322D970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00425"/>
            <a:ext cx="371475" cy="371475"/>
          </a:xfrm>
          <a:custGeom xmlns:a="http://schemas.openxmlformats.org/drawingml/2006/main">
            <a:pathLst>
              <a:path w="1219200" h="1219200">
                <a:moveTo>
                  <a:pt x="541144" y="1215257"/>
                </a:moveTo>
                <a:lnTo>
                  <a:pt x="537738" y="1214844"/>
                </a:lnTo>
                <a:lnTo>
                  <a:pt x="534334" y="1214421"/>
                </a:lnTo>
                <a:lnTo>
                  <a:pt x="530952" y="1213988"/>
                </a:lnTo>
                <a:lnTo>
                  <a:pt x="527614" y="1213551"/>
                </a:lnTo>
                <a:lnTo>
                  <a:pt x="524343" y="1213111"/>
                </a:lnTo>
                <a:lnTo>
                  <a:pt x="521159" y="1212673"/>
                </a:lnTo>
                <a:lnTo>
                  <a:pt x="518084" y="1212239"/>
                </a:lnTo>
                <a:lnTo>
                  <a:pt x="515141" y="1211812"/>
                </a:lnTo>
                <a:lnTo>
                  <a:pt x="512350" y="1211396"/>
                </a:lnTo>
                <a:lnTo>
                  <a:pt x="509733" y="1210994"/>
                </a:lnTo>
                <a:lnTo>
                  <a:pt x="507313" y="1210608"/>
                </a:lnTo>
                <a:lnTo>
                  <a:pt x="505110" y="1210243"/>
                </a:lnTo>
                <a:lnTo>
                  <a:pt x="503147" y="1209901"/>
                </a:lnTo>
                <a:lnTo>
                  <a:pt x="501444" y="1209585"/>
                </a:lnTo>
                <a:lnTo>
                  <a:pt x="500025" y="1209300"/>
                </a:lnTo>
                <a:lnTo>
                  <a:pt x="498910" y="1209046"/>
                </a:lnTo>
                <a:lnTo>
                  <a:pt x="495157" y="1208173"/>
                </a:lnTo>
                <a:lnTo>
                  <a:pt x="491396" y="1207332"/>
                </a:lnTo>
                <a:lnTo>
                  <a:pt x="487629" y="1206522"/>
                </a:lnTo>
                <a:lnTo>
                  <a:pt x="483855" y="1205744"/>
                </a:lnTo>
                <a:lnTo>
                  <a:pt x="480075" y="1204998"/>
                </a:lnTo>
                <a:lnTo>
                  <a:pt x="476288" y="1204284"/>
                </a:lnTo>
                <a:lnTo>
                  <a:pt x="471966" y="1203417"/>
                </a:lnTo>
                <a:lnTo>
                  <a:pt x="467655" y="1202495"/>
                </a:lnTo>
                <a:lnTo>
                  <a:pt x="463357" y="1201517"/>
                </a:lnTo>
                <a:lnTo>
                  <a:pt x="459071" y="1200485"/>
                </a:lnTo>
                <a:lnTo>
                  <a:pt x="454800" y="1199397"/>
                </a:lnTo>
                <a:lnTo>
                  <a:pt x="450542" y="1198255"/>
                </a:lnTo>
                <a:lnTo>
                  <a:pt x="443553" y="1196249"/>
                </a:lnTo>
                <a:lnTo>
                  <a:pt x="437330" y="1194456"/>
                </a:lnTo>
                <a:lnTo>
                  <a:pt x="431780" y="1192843"/>
                </a:lnTo>
                <a:lnTo>
                  <a:pt x="426810" y="1191378"/>
                </a:lnTo>
                <a:lnTo>
                  <a:pt x="422326" y="1190030"/>
                </a:lnTo>
                <a:lnTo>
                  <a:pt x="418235" y="1188767"/>
                </a:lnTo>
                <a:lnTo>
                  <a:pt x="414444" y="1187558"/>
                </a:lnTo>
                <a:lnTo>
                  <a:pt x="410861" y="1186370"/>
                </a:lnTo>
                <a:lnTo>
                  <a:pt x="407391" y="1185172"/>
                </a:lnTo>
                <a:lnTo>
                  <a:pt x="403942" y="1183932"/>
                </a:lnTo>
                <a:lnTo>
                  <a:pt x="400421" y="1182619"/>
                </a:lnTo>
                <a:lnTo>
                  <a:pt x="396734" y="1181201"/>
                </a:lnTo>
                <a:lnTo>
                  <a:pt x="392788" y="1179645"/>
                </a:lnTo>
                <a:lnTo>
                  <a:pt x="388490" y="1177922"/>
                </a:lnTo>
                <a:lnTo>
                  <a:pt x="383747" y="1175998"/>
                </a:lnTo>
                <a:lnTo>
                  <a:pt x="378466" y="1173842"/>
                </a:lnTo>
                <a:lnTo>
                  <a:pt x="373075" y="1171581"/>
                </a:lnTo>
                <a:lnTo>
                  <a:pt x="367226" y="1169013"/>
                </a:lnTo>
                <a:lnTo>
                  <a:pt x="361000" y="1166181"/>
                </a:lnTo>
                <a:lnTo>
                  <a:pt x="354482" y="1163128"/>
                </a:lnTo>
                <a:lnTo>
                  <a:pt x="347752" y="1159895"/>
                </a:lnTo>
                <a:lnTo>
                  <a:pt x="340894" y="1156527"/>
                </a:lnTo>
                <a:lnTo>
                  <a:pt x="333989" y="1153064"/>
                </a:lnTo>
                <a:lnTo>
                  <a:pt x="327121" y="1149551"/>
                </a:lnTo>
                <a:lnTo>
                  <a:pt x="320371" y="1146029"/>
                </a:lnTo>
                <a:lnTo>
                  <a:pt x="313822" y="1142542"/>
                </a:lnTo>
                <a:lnTo>
                  <a:pt x="307557" y="1139132"/>
                </a:lnTo>
                <a:lnTo>
                  <a:pt x="301658" y="1135842"/>
                </a:lnTo>
                <a:lnTo>
                  <a:pt x="296207" y="1132714"/>
                </a:lnTo>
                <a:lnTo>
                  <a:pt x="291287" y="1129791"/>
                </a:lnTo>
                <a:lnTo>
                  <a:pt x="286980" y="1127116"/>
                </a:lnTo>
                <a:lnTo>
                  <a:pt x="283369" y="1124731"/>
                </a:lnTo>
                <a:lnTo>
                  <a:pt x="282487" y="1124125"/>
                </a:lnTo>
                <a:lnTo>
                  <a:pt x="281618" y="1123536"/>
                </a:lnTo>
                <a:lnTo>
                  <a:pt x="280766" y="1122968"/>
                </a:lnTo>
                <a:lnTo>
                  <a:pt x="279936" y="1122425"/>
                </a:lnTo>
                <a:lnTo>
                  <a:pt x="279134" y="1121907"/>
                </a:lnTo>
                <a:lnTo>
                  <a:pt x="278364" y="1121420"/>
                </a:lnTo>
                <a:lnTo>
                  <a:pt x="277631" y="1120964"/>
                </a:lnTo>
                <a:lnTo>
                  <a:pt x="276941" y="1120545"/>
                </a:lnTo>
                <a:lnTo>
                  <a:pt x="276298" y="1120164"/>
                </a:lnTo>
                <a:lnTo>
                  <a:pt x="275707" y="1119824"/>
                </a:lnTo>
                <a:lnTo>
                  <a:pt x="275174" y="1119528"/>
                </a:lnTo>
                <a:lnTo>
                  <a:pt x="274704" y="1119279"/>
                </a:lnTo>
                <a:lnTo>
                  <a:pt x="274301" y="1119081"/>
                </a:lnTo>
                <a:lnTo>
                  <a:pt x="273971" y="1118936"/>
                </a:lnTo>
                <a:lnTo>
                  <a:pt x="273718" y="1118846"/>
                </a:lnTo>
                <a:lnTo>
                  <a:pt x="273548" y="1118816"/>
                </a:lnTo>
                <a:lnTo>
                  <a:pt x="273304" y="1118726"/>
                </a:lnTo>
                <a:lnTo>
                  <a:pt x="272829" y="1118464"/>
                </a:lnTo>
                <a:lnTo>
                  <a:pt x="272135" y="1118036"/>
                </a:lnTo>
                <a:lnTo>
                  <a:pt x="271236" y="1117453"/>
                </a:lnTo>
                <a:lnTo>
                  <a:pt x="270144" y="1116724"/>
                </a:lnTo>
                <a:lnTo>
                  <a:pt x="268871" y="1115856"/>
                </a:lnTo>
                <a:lnTo>
                  <a:pt x="267431" y="1114859"/>
                </a:lnTo>
                <a:lnTo>
                  <a:pt x="265836" y="1113743"/>
                </a:lnTo>
                <a:lnTo>
                  <a:pt x="264097" y="1112515"/>
                </a:lnTo>
                <a:lnTo>
                  <a:pt x="262229" y="1111184"/>
                </a:lnTo>
                <a:lnTo>
                  <a:pt x="260243" y="1109760"/>
                </a:lnTo>
                <a:lnTo>
                  <a:pt x="258153" y="1108252"/>
                </a:lnTo>
                <a:lnTo>
                  <a:pt x="255970" y="1106667"/>
                </a:lnTo>
                <a:lnTo>
                  <a:pt x="253707" y="1105016"/>
                </a:lnTo>
                <a:lnTo>
                  <a:pt x="251377" y="1103306"/>
                </a:lnTo>
                <a:lnTo>
                  <a:pt x="248993" y="1101547"/>
                </a:lnTo>
                <a:lnTo>
                  <a:pt x="233925" y="1090067"/>
                </a:lnTo>
                <a:lnTo>
                  <a:pt x="219329" y="1078277"/>
                </a:lnTo>
                <a:lnTo>
                  <a:pt x="205200" y="1066173"/>
                </a:lnTo>
                <a:lnTo>
                  <a:pt x="191534" y="1053747"/>
                </a:lnTo>
                <a:lnTo>
                  <a:pt x="178324" y="1040995"/>
                </a:lnTo>
                <a:lnTo>
                  <a:pt x="165567" y="1027911"/>
                </a:lnTo>
                <a:lnTo>
                  <a:pt x="153257" y="1014487"/>
                </a:lnTo>
                <a:lnTo>
                  <a:pt x="141390" y="1000719"/>
                </a:lnTo>
                <a:lnTo>
                  <a:pt x="129961" y="986600"/>
                </a:lnTo>
                <a:lnTo>
                  <a:pt x="118964" y="972125"/>
                </a:lnTo>
                <a:lnTo>
                  <a:pt x="108395" y="957288"/>
                </a:lnTo>
                <a:lnTo>
                  <a:pt x="98250" y="942081"/>
                </a:lnTo>
                <a:lnTo>
                  <a:pt x="88522" y="926501"/>
                </a:lnTo>
                <a:lnTo>
                  <a:pt x="79207" y="910540"/>
                </a:lnTo>
                <a:lnTo>
                  <a:pt x="70301" y="894192"/>
                </a:lnTo>
                <a:lnTo>
                  <a:pt x="61798" y="877453"/>
                </a:lnTo>
                <a:lnTo>
                  <a:pt x="60387" y="874566"/>
                </a:lnTo>
                <a:lnTo>
                  <a:pt x="59016" y="871737"/>
                </a:lnTo>
                <a:lnTo>
                  <a:pt x="57691" y="868980"/>
                </a:lnTo>
                <a:lnTo>
                  <a:pt x="56421" y="866311"/>
                </a:lnTo>
                <a:lnTo>
                  <a:pt x="55212" y="863747"/>
                </a:lnTo>
                <a:lnTo>
                  <a:pt x="54071" y="861301"/>
                </a:lnTo>
                <a:lnTo>
                  <a:pt x="53005" y="858991"/>
                </a:lnTo>
                <a:lnTo>
                  <a:pt x="52021" y="856832"/>
                </a:lnTo>
                <a:lnTo>
                  <a:pt x="51126" y="854840"/>
                </a:lnTo>
                <a:lnTo>
                  <a:pt x="50328" y="853030"/>
                </a:lnTo>
                <a:lnTo>
                  <a:pt x="49634" y="851417"/>
                </a:lnTo>
                <a:lnTo>
                  <a:pt x="49049" y="850019"/>
                </a:lnTo>
                <a:lnTo>
                  <a:pt x="48583" y="848850"/>
                </a:lnTo>
                <a:lnTo>
                  <a:pt x="48241" y="847927"/>
                </a:lnTo>
                <a:lnTo>
                  <a:pt x="48030" y="847264"/>
                </a:lnTo>
                <a:lnTo>
                  <a:pt x="47958" y="846877"/>
                </a:lnTo>
                <a:lnTo>
                  <a:pt x="47943" y="846612"/>
                </a:lnTo>
                <a:lnTo>
                  <a:pt x="47896" y="846298"/>
                </a:lnTo>
                <a:lnTo>
                  <a:pt x="47821" y="845940"/>
                </a:lnTo>
                <a:lnTo>
                  <a:pt x="47718" y="845541"/>
                </a:lnTo>
                <a:lnTo>
                  <a:pt x="47589" y="845105"/>
                </a:lnTo>
                <a:lnTo>
                  <a:pt x="47436" y="844638"/>
                </a:lnTo>
                <a:lnTo>
                  <a:pt x="47260" y="844142"/>
                </a:lnTo>
                <a:lnTo>
                  <a:pt x="47063" y="843622"/>
                </a:lnTo>
                <a:lnTo>
                  <a:pt x="46846" y="843082"/>
                </a:lnTo>
                <a:lnTo>
                  <a:pt x="46611" y="842527"/>
                </a:lnTo>
                <a:lnTo>
                  <a:pt x="46360" y="841960"/>
                </a:lnTo>
                <a:lnTo>
                  <a:pt x="46094" y="841386"/>
                </a:lnTo>
                <a:lnTo>
                  <a:pt x="45814" y="840808"/>
                </a:lnTo>
                <a:lnTo>
                  <a:pt x="45523" y="840231"/>
                </a:lnTo>
                <a:lnTo>
                  <a:pt x="45221" y="839658"/>
                </a:lnTo>
                <a:lnTo>
                  <a:pt x="44910" y="839095"/>
                </a:lnTo>
                <a:lnTo>
                  <a:pt x="44245" y="837854"/>
                </a:lnTo>
                <a:lnTo>
                  <a:pt x="43550" y="836456"/>
                </a:lnTo>
                <a:lnTo>
                  <a:pt x="42827" y="834910"/>
                </a:lnTo>
                <a:lnTo>
                  <a:pt x="42080" y="833226"/>
                </a:lnTo>
                <a:lnTo>
                  <a:pt x="41313" y="831414"/>
                </a:lnTo>
                <a:lnTo>
                  <a:pt x="40529" y="829484"/>
                </a:lnTo>
                <a:lnTo>
                  <a:pt x="39733" y="827445"/>
                </a:lnTo>
                <a:lnTo>
                  <a:pt x="38926" y="825308"/>
                </a:lnTo>
                <a:lnTo>
                  <a:pt x="38114" y="823082"/>
                </a:lnTo>
                <a:lnTo>
                  <a:pt x="37299" y="820777"/>
                </a:lnTo>
                <a:lnTo>
                  <a:pt x="36485" y="818402"/>
                </a:lnTo>
                <a:lnTo>
                  <a:pt x="35676" y="815968"/>
                </a:lnTo>
                <a:lnTo>
                  <a:pt x="34875" y="813485"/>
                </a:lnTo>
                <a:lnTo>
                  <a:pt x="34086" y="810961"/>
                </a:lnTo>
                <a:lnTo>
                  <a:pt x="33312" y="808408"/>
                </a:lnTo>
                <a:lnTo>
                  <a:pt x="32556" y="805834"/>
                </a:lnTo>
                <a:lnTo>
                  <a:pt x="31679" y="802918"/>
                </a:lnTo>
                <a:lnTo>
                  <a:pt x="30756" y="800015"/>
                </a:lnTo>
                <a:lnTo>
                  <a:pt x="29786" y="797128"/>
                </a:lnTo>
                <a:lnTo>
                  <a:pt x="28771" y="794257"/>
                </a:lnTo>
                <a:lnTo>
                  <a:pt x="27710" y="791403"/>
                </a:lnTo>
                <a:lnTo>
                  <a:pt x="26603" y="788565"/>
                </a:lnTo>
                <a:lnTo>
                  <a:pt x="26260" y="787734"/>
                </a:lnTo>
                <a:lnTo>
                  <a:pt x="25926" y="786886"/>
                </a:lnTo>
                <a:lnTo>
                  <a:pt x="25604" y="786027"/>
                </a:lnTo>
                <a:lnTo>
                  <a:pt x="25296" y="785165"/>
                </a:lnTo>
                <a:lnTo>
                  <a:pt x="25003" y="784305"/>
                </a:lnTo>
                <a:lnTo>
                  <a:pt x="24726" y="783452"/>
                </a:lnTo>
                <a:lnTo>
                  <a:pt x="24468" y="782614"/>
                </a:lnTo>
                <a:lnTo>
                  <a:pt x="24230" y="781795"/>
                </a:lnTo>
                <a:lnTo>
                  <a:pt x="24014" y="781003"/>
                </a:lnTo>
                <a:lnTo>
                  <a:pt x="23822" y="780243"/>
                </a:lnTo>
                <a:lnTo>
                  <a:pt x="23654" y="779521"/>
                </a:lnTo>
                <a:lnTo>
                  <a:pt x="23513" y="778843"/>
                </a:lnTo>
                <a:lnTo>
                  <a:pt x="23401" y="778216"/>
                </a:lnTo>
                <a:lnTo>
                  <a:pt x="23318" y="777645"/>
                </a:lnTo>
                <a:lnTo>
                  <a:pt x="23268" y="777137"/>
                </a:lnTo>
                <a:lnTo>
                  <a:pt x="23251" y="776697"/>
                </a:lnTo>
                <a:lnTo>
                  <a:pt x="23229" y="776236"/>
                </a:lnTo>
                <a:lnTo>
                  <a:pt x="23166" y="775669"/>
                </a:lnTo>
                <a:lnTo>
                  <a:pt x="23064" y="775003"/>
                </a:lnTo>
                <a:lnTo>
                  <a:pt x="22925" y="774248"/>
                </a:lnTo>
                <a:lnTo>
                  <a:pt x="22751" y="773409"/>
                </a:lnTo>
                <a:lnTo>
                  <a:pt x="22543" y="772497"/>
                </a:lnTo>
                <a:lnTo>
                  <a:pt x="22305" y="771518"/>
                </a:lnTo>
                <a:lnTo>
                  <a:pt x="22038" y="770481"/>
                </a:lnTo>
                <a:lnTo>
                  <a:pt x="21745" y="769393"/>
                </a:lnTo>
                <a:lnTo>
                  <a:pt x="21427" y="768262"/>
                </a:lnTo>
                <a:lnTo>
                  <a:pt x="21087" y="767097"/>
                </a:lnTo>
                <a:lnTo>
                  <a:pt x="20727" y="765905"/>
                </a:lnTo>
                <a:lnTo>
                  <a:pt x="20349" y="764694"/>
                </a:lnTo>
                <a:lnTo>
                  <a:pt x="19954" y="763473"/>
                </a:lnTo>
                <a:lnTo>
                  <a:pt x="19546" y="762248"/>
                </a:lnTo>
                <a:lnTo>
                  <a:pt x="19126" y="761028"/>
                </a:lnTo>
                <a:lnTo>
                  <a:pt x="18707" y="759811"/>
                </a:lnTo>
                <a:lnTo>
                  <a:pt x="18299" y="758575"/>
                </a:lnTo>
                <a:lnTo>
                  <a:pt x="17906" y="757328"/>
                </a:lnTo>
                <a:lnTo>
                  <a:pt x="17530" y="756081"/>
                </a:lnTo>
                <a:lnTo>
                  <a:pt x="17172" y="754841"/>
                </a:lnTo>
                <a:lnTo>
                  <a:pt x="16834" y="753617"/>
                </a:lnTo>
                <a:lnTo>
                  <a:pt x="16519" y="752418"/>
                </a:lnTo>
                <a:lnTo>
                  <a:pt x="16228" y="751252"/>
                </a:lnTo>
                <a:lnTo>
                  <a:pt x="15964" y="750129"/>
                </a:lnTo>
                <a:lnTo>
                  <a:pt x="15729" y="749056"/>
                </a:lnTo>
                <a:lnTo>
                  <a:pt x="15524" y="748042"/>
                </a:lnTo>
                <a:lnTo>
                  <a:pt x="15352" y="747097"/>
                </a:lnTo>
                <a:lnTo>
                  <a:pt x="15214" y="746228"/>
                </a:lnTo>
                <a:lnTo>
                  <a:pt x="15113" y="745445"/>
                </a:lnTo>
                <a:lnTo>
                  <a:pt x="15052" y="744756"/>
                </a:lnTo>
                <a:lnTo>
                  <a:pt x="15030" y="744169"/>
                </a:lnTo>
                <a:lnTo>
                  <a:pt x="15010" y="743561"/>
                </a:lnTo>
                <a:lnTo>
                  <a:pt x="14950" y="742802"/>
                </a:lnTo>
                <a:lnTo>
                  <a:pt x="14852" y="741902"/>
                </a:lnTo>
                <a:lnTo>
                  <a:pt x="14718" y="740873"/>
                </a:lnTo>
                <a:lnTo>
                  <a:pt x="14550" y="739726"/>
                </a:lnTo>
                <a:lnTo>
                  <a:pt x="14351" y="738472"/>
                </a:lnTo>
                <a:lnTo>
                  <a:pt x="14122" y="737122"/>
                </a:lnTo>
                <a:lnTo>
                  <a:pt x="13865" y="735687"/>
                </a:lnTo>
                <a:lnTo>
                  <a:pt x="13582" y="734179"/>
                </a:lnTo>
                <a:lnTo>
                  <a:pt x="13276" y="732608"/>
                </a:lnTo>
                <a:lnTo>
                  <a:pt x="12947" y="730985"/>
                </a:lnTo>
                <a:lnTo>
                  <a:pt x="12599" y="729323"/>
                </a:lnTo>
                <a:lnTo>
                  <a:pt x="12233" y="727631"/>
                </a:lnTo>
                <a:lnTo>
                  <a:pt x="11852" y="725921"/>
                </a:lnTo>
                <a:lnTo>
                  <a:pt x="11456" y="724203"/>
                </a:lnTo>
                <a:lnTo>
                  <a:pt x="11049" y="722490"/>
                </a:lnTo>
                <a:lnTo>
                  <a:pt x="10043" y="717872"/>
                </a:lnTo>
                <a:lnTo>
                  <a:pt x="9037" y="712505"/>
                </a:lnTo>
                <a:lnTo>
                  <a:pt x="8042" y="706480"/>
                </a:lnTo>
                <a:lnTo>
                  <a:pt x="7064" y="699887"/>
                </a:lnTo>
                <a:lnTo>
                  <a:pt x="6114" y="692815"/>
                </a:lnTo>
                <a:lnTo>
                  <a:pt x="5201" y="685355"/>
                </a:lnTo>
                <a:lnTo>
                  <a:pt x="4332" y="677597"/>
                </a:lnTo>
                <a:lnTo>
                  <a:pt x="3517" y="669629"/>
                </a:lnTo>
                <a:lnTo>
                  <a:pt x="2765" y="661542"/>
                </a:lnTo>
                <a:lnTo>
                  <a:pt x="2085" y="653427"/>
                </a:lnTo>
                <a:lnTo>
                  <a:pt x="1484" y="645372"/>
                </a:lnTo>
                <a:lnTo>
                  <a:pt x="974" y="637467"/>
                </a:lnTo>
                <a:lnTo>
                  <a:pt x="561" y="629803"/>
                </a:lnTo>
                <a:lnTo>
                  <a:pt x="255" y="622469"/>
                </a:lnTo>
                <a:lnTo>
                  <a:pt x="65" y="615556"/>
                </a:lnTo>
                <a:lnTo>
                  <a:pt x="0" y="609152"/>
                </a:lnTo>
                <a:lnTo>
                  <a:pt x="65" y="602755"/>
                </a:lnTo>
                <a:lnTo>
                  <a:pt x="255" y="595848"/>
                </a:lnTo>
                <a:lnTo>
                  <a:pt x="561" y="588519"/>
                </a:lnTo>
                <a:lnTo>
                  <a:pt x="974" y="580860"/>
                </a:lnTo>
                <a:lnTo>
                  <a:pt x="1484" y="572959"/>
                </a:lnTo>
                <a:lnTo>
                  <a:pt x="2085" y="564907"/>
                </a:lnTo>
                <a:lnTo>
                  <a:pt x="2765" y="556794"/>
                </a:lnTo>
                <a:lnTo>
                  <a:pt x="3517" y="548710"/>
                </a:lnTo>
                <a:lnTo>
                  <a:pt x="4332" y="540745"/>
                </a:lnTo>
                <a:lnTo>
                  <a:pt x="5201" y="532988"/>
                </a:lnTo>
                <a:lnTo>
                  <a:pt x="6114" y="525529"/>
                </a:lnTo>
                <a:lnTo>
                  <a:pt x="7064" y="518459"/>
                </a:lnTo>
                <a:lnTo>
                  <a:pt x="8042" y="511868"/>
                </a:lnTo>
                <a:lnTo>
                  <a:pt x="9037" y="505844"/>
                </a:lnTo>
                <a:lnTo>
                  <a:pt x="10043" y="500479"/>
                </a:lnTo>
                <a:lnTo>
                  <a:pt x="11049" y="495862"/>
                </a:lnTo>
                <a:lnTo>
                  <a:pt x="11455" y="494145"/>
                </a:lnTo>
                <a:lnTo>
                  <a:pt x="11849" y="492420"/>
                </a:lnTo>
                <a:lnTo>
                  <a:pt x="12230" y="490699"/>
                </a:lnTo>
                <a:lnTo>
                  <a:pt x="12595" y="488992"/>
                </a:lnTo>
                <a:lnTo>
                  <a:pt x="12943" y="487311"/>
                </a:lnTo>
                <a:lnTo>
                  <a:pt x="13271" y="485668"/>
                </a:lnTo>
                <a:lnTo>
                  <a:pt x="13578" y="484073"/>
                </a:lnTo>
                <a:lnTo>
                  <a:pt x="13861" y="482538"/>
                </a:lnTo>
                <a:lnTo>
                  <a:pt x="14119" y="481074"/>
                </a:lnTo>
                <a:lnTo>
                  <a:pt x="14348" y="479692"/>
                </a:lnTo>
                <a:lnTo>
                  <a:pt x="14548" y="478404"/>
                </a:lnTo>
                <a:lnTo>
                  <a:pt x="14716" y="477221"/>
                </a:lnTo>
                <a:lnTo>
                  <a:pt x="14851" y="476154"/>
                </a:lnTo>
                <a:lnTo>
                  <a:pt x="14949" y="475215"/>
                </a:lnTo>
                <a:lnTo>
                  <a:pt x="15010" y="474414"/>
                </a:lnTo>
                <a:lnTo>
                  <a:pt x="15030" y="473764"/>
                </a:lnTo>
                <a:lnTo>
                  <a:pt x="15046" y="473157"/>
                </a:lnTo>
                <a:lnTo>
                  <a:pt x="15093" y="472489"/>
                </a:lnTo>
                <a:lnTo>
                  <a:pt x="15169" y="471765"/>
                </a:lnTo>
                <a:lnTo>
                  <a:pt x="15272" y="470993"/>
                </a:lnTo>
                <a:lnTo>
                  <a:pt x="15402" y="470180"/>
                </a:lnTo>
                <a:lnTo>
                  <a:pt x="15555" y="469331"/>
                </a:lnTo>
                <a:lnTo>
                  <a:pt x="15732" y="468455"/>
                </a:lnTo>
                <a:lnTo>
                  <a:pt x="15929" y="467557"/>
                </a:lnTo>
                <a:lnTo>
                  <a:pt x="16146" y="466645"/>
                </a:lnTo>
                <a:lnTo>
                  <a:pt x="16382" y="465726"/>
                </a:lnTo>
                <a:lnTo>
                  <a:pt x="16633" y="464805"/>
                </a:lnTo>
                <a:lnTo>
                  <a:pt x="16899" y="463891"/>
                </a:lnTo>
                <a:lnTo>
                  <a:pt x="17178" y="462989"/>
                </a:lnTo>
                <a:lnTo>
                  <a:pt x="17469" y="462107"/>
                </a:lnTo>
                <a:lnTo>
                  <a:pt x="17770" y="461251"/>
                </a:lnTo>
                <a:lnTo>
                  <a:pt x="18078" y="460429"/>
                </a:lnTo>
                <a:lnTo>
                  <a:pt x="18405" y="459590"/>
                </a:lnTo>
                <a:lnTo>
                  <a:pt x="18740" y="458681"/>
                </a:lnTo>
                <a:lnTo>
                  <a:pt x="19082" y="457709"/>
                </a:lnTo>
                <a:lnTo>
                  <a:pt x="19428" y="456684"/>
                </a:lnTo>
                <a:lnTo>
                  <a:pt x="19775" y="455615"/>
                </a:lnTo>
                <a:lnTo>
                  <a:pt x="20121" y="454509"/>
                </a:lnTo>
                <a:lnTo>
                  <a:pt x="20463" y="453376"/>
                </a:lnTo>
                <a:lnTo>
                  <a:pt x="20800" y="452224"/>
                </a:lnTo>
                <a:lnTo>
                  <a:pt x="21129" y="451063"/>
                </a:lnTo>
                <a:lnTo>
                  <a:pt x="21447" y="449901"/>
                </a:lnTo>
                <a:lnTo>
                  <a:pt x="21751" y="448747"/>
                </a:lnTo>
                <a:lnTo>
                  <a:pt x="22041" y="447609"/>
                </a:lnTo>
                <a:lnTo>
                  <a:pt x="22312" y="446497"/>
                </a:lnTo>
                <a:lnTo>
                  <a:pt x="22563" y="445418"/>
                </a:lnTo>
                <a:lnTo>
                  <a:pt x="22791" y="444382"/>
                </a:lnTo>
                <a:lnTo>
                  <a:pt x="22993" y="443398"/>
                </a:lnTo>
                <a:lnTo>
                  <a:pt x="23205" y="442401"/>
                </a:lnTo>
                <a:lnTo>
                  <a:pt x="23445" y="441328"/>
                </a:lnTo>
                <a:lnTo>
                  <a:pt x="23712" y="440188"/>
                </a:lnTo>
                <a:lnTo>
                  <a:pt x="24001" y="438991"/>
                </a:lnTo>
                <a:lnTo>
                  <a:pt x="24312" y="437748"/>
                </a:lnTo>
                <a:lnTo>
                  <a:pt x="24641" y="436467"/>
                </a:lnTo>
                <a:lnTo>
                  <a:pt x="24985" y="435160"/>
                </a:lnTo>
                <a:lnTo>
                  <a:pt x="25342" y="433836"/>
                </a:lnTo>
                <a:lnTo>
                  <a:pt x="25710" y="432505"/>
                </a:lnTo>
                <a:lnTo>
                  <a:pt x="26086" y="431177"/>
                </a:lnTo>
                <a:lnTo>
                  <a:pt x="26466" y="429862"/>
                </a:lnTo>
                <a:lnTo>
                  <a:pt x="26850" y="428569"/>
                </a:lnTo>
                <a:lnTo>
                  <a:pt x="27233" y="427309"/>
                </a:lnTo>
                <a:lnTo>
                  <a:pt x="27613" y="426092"/>
                </a:lnTo>
                <a:lnTo>
                  <a:pt x="27989" y="424927"/>
                </a:lnTo>
                <a:lnTo>
                  <a:pt x="28356" y="423824"/>
                </a:lnTo>
                <a:lnTo>
                  <a:pt x="33976" y="407384"/>
                </a:lnTo>
                <a:lnTo>
                  <a:pt x="34745" y="405098"/>
                </a:lnTo>
                <a:lnTo>
                  <a:pt x="35505" y="402863"/>
                </a:lnTo>
                <a:lnTo>
                  <a:pt x="36253" y="400686"/>
                </a:lnTo>
                <a:lnTo>
                  <a:pt x="36987" y="398573"/>
                </a:lnTo>
                <a:lnTo>
                  <a:pt x="37704" y="396530"/>
                </a:lnTo>
                <a:lnTo>
                  <a:pt x="38401" y="394564"/>
                </a:lnTo>
                <a:lnTo>
                  <a:pt x="39077" y="392682"/>
                </a:lnTo>
                <a:lnTo>
                  <a:pt x="39728" y="390891"/>
                </a:lnTo>
                <a:lnTo>
                  <a:pt x="40352" y="389196"/>
                </a:lnTo>
                <a:lnTo>
                  <a:pt x="40947" y="387604"/>
                </a:lnTo>
                <a:lnTo>
                  <a:pt x="41509" y="386122"/>
                </a:lnTo>
                <a:lnTo>
                  <a:pt x="42038" y="384757"/>
                </a:lnTo>
                <a:lnTo>
                  <a:pt x="42529" y="383514"/>
                </a:lnTo>
                <a:lnTo>
                  <a:pt x="42982" y="382402"/>
                </a:lnTo>
                <a:lnTo>
                  <a:pt x="43392" y="381425"/>
                </a:lnTo>
                <a:lnTo>
                  <a:pt x="43758" y="380590"/>
                </a:lnTo>
                <a:lnTo>
                  <a:pt x="43989" y="380085"/>
                </a:lnTo>
                <a:lnTo>
                  <a:pt x="44287" y="379427"/>
                </a:lnTo>
                <a:lnTo>
                  <a:pt x="44647" y="378625"/>
                </a:lnTo>
                <a:lnTo>
                  <a:pt x="45064" y="377692"/>
                </a:lnTo>
                <a:lnTo>
                  <a:pt x="45534" y="376637"/>
                </a:lnTo>
                <a:lnTo>
                  <a:pt x="46053" y="375470"/>
                </a:lnTo>
                <a:lnTo>
                  <a:pt x="46615" y="374203"/>
                </a:lnTo>
                <a:lnTo>
                  <a:pt x="47215" y="372847"/>
                </a:lnTo>
                <a:lnTo>
                  <a:pt x="47851" y="371410"/>
                </a:lnTo>
                <a:lnTo>
                  <a:pt x="48516" y="369905"/>
                </a:lnTo>
                <a:lnTo>
                  <a:pt x="49206" y="368341"/>
                </a:lnTo>
                <a:lnTo>
                  <a:pt x="49917" y="366730"/>
                </a:lnTo>
                <a:lnTo>
                  <a:pt x="50643" y="365081"/>
                </a:lnTo>
                <a:lnTo>
                  <a:pt x="51381" y="363405"/>
                </a:lnTo>
                <a:lnTo>
                  <a:pt x="52126" y="361714"/>
                </a:lnTo>
                <a:lnTo>
                  <a:pt x="52873" y="360016"/>
                </a:lnTo>
                <a:lnTo>
                  <a:pt x="54164" y="357130"/>
                </a:lnTo>
                <a:lnTo>
                  <a:pt x="55607" y="353977"/>
                </a:lnTo>
                <a:lnTo>
                  <a:pt x="57185" y="350598"/>
                </a:lnTo>
                <a:lnTo>
                  <a:pt x="58878" y="347030"/>
                </a:lnTo>
                <a:lnTo>
                  <a:pt x="60667" y="343311"/>
                </a:lnTo>
                <a:lnTo>
                  <a:pt x="62533" y="339479"/>
                </a:lnTo>
                <a:lnTo>
                  <a:pt x="64455" y="335574"/>
                </a:lnTo>
                <a:lnTo>
                  <a:pt x="66417" y="331632"/>
                </a:lnTo>
                <a:lnTo>
                  <a:pt x="68397" y="327692"/>
                </a:lnTo>
                <a:lnTo>
                  <a:pt x="70377" y="323794"/>
                </a:lnTo>
                <a:lnTo>
                  <a:pt x="72338" y="319973"/>
                </a:lnTo>
                <a:lnTo>
                  <a:pt x="74260" y="316270"/>
                </a:lnTo>
                <a:lnTo>
                  <a:pt x="76125" y="312722"/>
                </a:lnTo>
                <a:lnTo>
                  <a:pt x="77913" y="309367"/>
                </a:lnTo>
                <a:lnTo>
                  <a:pt x="79605" y="306244"/>
                </a:lnTo>
                <a:lnTo>
                  <a:pt x="81182" y="303390"/>
                </a:lnTo>
                <a:lnTo>
                  <a:pt x="81716" y="302434"/>
                </a:lnTo>
                <a:lnTo>
                  <a:pt x="82232" y="301521"/>
                </a:lnTo>
                <a:lnTo>
                  <a:pt x="82754" y="300614"/>
                </a:lnTo>
                <a:lnTo>
                  <a:pt x="83306" y="299671"/>
                </a:lnTo>
                <a:lnTo>
                  <a:pt x="83913" y="298656"/>
                </a:lnTo>
                <a:lnTo>
                  <a:pt x="84599" y="297528"/>
                </a:lnTo>
                <a:lnTo>
                  <a:pt x="85388" y="296248"/>
                </a:lnTo>
                <a:lnTo>
                  <a:pt x="86305" y="294777"/>
                </a:lnTo>
                <a:lnTo>
                  <a:pt x="87374" y="293077"/>
                </a:lnTo>
                <a:lnTo>
                  <a:pt x="88620" y="291108"/>
                </a:lnTo>
                <a:lnTo>
                  <a:pt x="90066" y="288831"/>
                </a:lnTo>
                <a:lnTo>
                  <a:pt x="91738" y="286208"/>
                </a:lnTo>
                <a:lnTo>
                  <a:pt x="93659" y="283198"/>
                </a:lnTo>
                <a:lnTo>
                  <a:pt x="95855" y="279763"/>
                </a:lnTo>
                <a:lnTo>
                  <a:pt x="98348" y="275865"/>
                </a:lnTo>
                <a:lnTo>
                  <a:pt x="101165" y="271463"/>
                </a:lnTo>
                <a:lnTo>
                  <a:pt x="106101" y="263947"/>
                </a:lnTo>
                <a:lnTo>
                  <a:pt x="111425" y="256240"/>
                </a:lnTo>
                <a:lnTo>
                  <a:pt x="117107" y="248377"/>
                </a:lnTo>
                <a:lnTo>
                  <a:pt x="123117" y="240392"/>
                </a:lnTo>
                <a:lnTo>
                  <a:pt x="129423" y="232321"/>
                </a:lnTo>
                <a:lnTo>
                  <a:pt x="135997" y="224197"/>
                </a:lnTo>
                <a:lnTo>
                  <a:pt x="142806" y="216056"/>
                </a:lnTo>
                <a:lnTo>
                  <a:pt x="149820" y="207932"/>
                </a:lnTo>
                <a:lnTo>
                  <a:pt x="157009" y="199861"/>
                </a:lnTo>
                <a:lnTo>
                  <a:pt x="164342" y="191877"/>
                </a:lnTo>
                <a:lnTo>
                  <a:pt x="171789" y="184014"/>
                </a:lnTo>
                <a:lnTo>
                  <a:pt x="179318" y="176309"/>
                </a:lnTo>
                <a:lnTo>
                  <a:pt x="186900" y="168795"/>
                </a:lnTo>
                <a:lnTo>
                  <a:pt x="194504" y="161508"/>
                </a:lnTo>
                <a:lnTo>
                  <a:pt x="202099" y="154482"/>
                </a:lnTo>
                <a:lnTo>
                  <a:pt x="209655" y="147752"/>
                </a:lnTo>
                <a:lnTo>
                  <a:pt x="212676" y="145174"/>
                </a:lnTo>
                <a:lnTo>
                  <a:pt x="216358" y="142133"/>
                </a:lnTo>
                <a:lnTo>
                  <a:pt x="220587" y="138714"/>
                </a:lnTo>
                <a:lnTo>
                  <a:pt x="225249" y="135005"/>
                </a:lnTo>
                <a:lnTo>
                  <a:pt x="230228" y="131093"/>
                </a:lnTo>
                <a:lnTo>
                  <a:pt x="235409" y="127064"/>
                </a:lnTo>
                <a:lnTo>
                  <a:pt x="240680" y="123006"/>
                </a:lnTo>
                <a:lnTo>
                  <a:pt x="245924" y="119007"/>
                </a:lnTo>
                <a:lnTo>
                  <a:pt x="251027" y="115151"/>
                </a:lnTo>
                <a:lnTo>
                  <a:pt x="255874" y="111528"/>
                </a:lnTo>
                <a:lnTo>
                  <a:pt x="260352" y="108223"/>
                </a:lnTo>
                <a:lnTo>
                  <a:pt x="264345" y="105325"/>
                </a:lnTo>
                <a:lnTo>
                  <a:pt x="267738" y="102919"/>
                </a:lnTo>
                <a:lnTo>
                  <a:pt x="270418" y="101092"/>
                </a:lnTo>
                <a:lnTo>
                  <a:pt x="272269" y="99933"/>
                </a:lnTo>
                <a:lnTo>
                  <a:pt x="273177" y="99527"/>
                </a:lnTo>
                <a:lnTo>
                  <a:pt x="273332" y="99496"/>
                </a:lnTo>
                <a:lnTo>
                  <a:pt x="273573" y="99405"/>
                </a:lnTo>
                <a:lnTo>
                  <a:pt x="273894" y="99258"/>
                </a:lnTo>
                <a:lnTo>
                  <a:pt x="274291" y="99057"/>
                </a:lnTo>
                <a:lnTo>
                  <a:pt x="274759" y="98806"/>
                </a:lnTo>
                <a:lnTo>
                  <a:pt x="275291" y="98507"/>
                </a:lnTo>
                <a:lnTo>
                  <a:pt x="275885" y="98164"/>
                </a:lnTo>
                <a:lnTo>
                  <a:pt x="276533" y="97779"/>
                </a:lnTo>
                <a:lnTo>
                  <a:pt x="277232" y="97356"/>
                </a:lnTo>
                <a:lnTo>
                  <a:pt x="277977" y="96897"/>
                </a:lnTo>
                <a:lnTo>
                  <a:pt x="278761" y="96406"/>
                </a:lnTo>
                <a:lnTo>
                  <a:pt x="279581" y="95886"/>
                </a:lnTo>
                <a:lnTo>
                  <a:pt x="280431" y="95340"/>
                </a:lnTo>
                <a:lnTo>
                  <a:pt x="281306" y="94770"/>
                </a:lnTo>
                <a:lnTo>
                  <a:pt x="282201" y="94180"/>
                </a:lnTo>
                <a:lnTo>
                  <a:pt x="283112" y="93574"/>
                </a:lnTo>
                <a:lnTo>
                  <a:pt x="285515" y="91977"/>
                </a:lnTo>
                <a:lnTo>
                  <a:pt x="287919" y="90408"/>
                </a:lnTo>
                <a:lnTo>
                  <a:pt x="290329" y="88863"/>
                </a:lnTo>
                <a:lnTo>
                  <a:pt x="292751" y="87338"/>
                </a:lnTo>
                <a:lnTo>
                  <a:pt x="295191" y="85831"/>
                </a:lnTo>
                <a:lnTo>
                  <a:pt x="297656" y="84338"/>
                </a:lnTo>
                <a:lnTo>
                  <a:pt x="300150" y="82855"/>
                </a:lnTo>
                <a:lnTo>
                  <a:pt x="302679" y="81380"/>
                </a:lnTo>
                <a:lnTo>
                  <a:pt x="305251" y="79910"/>
                </a:lnTo>
                <a:lnTo>
                  <a:pt x="307871" y="78441"/>
                </a:lnTo>
                <a:lnTo>
                  <a:pt x="310544" y="76969"/>
                </a:lnTo>
                <a:lnTo>
                  <a:pt x="313277" y="75492"/>
                </a:lnTo>
                <a:lnTo>
                  <a:pt x="316076" y="74007"/>
                </a:lnTo>
                <a:lnTo>
                  <a:pt x="318947" y="72509"/>
                </a:lnTo>
                <a:lnTo>
                  <a:pt x="321895" y="70997"/>
                </a:lnTo>
                <a:lnTo>
                  <a:pt x="324926" y="69466"/>
                </a:lnTo>
                <a:lnTo>
                  <a:pt x="327865" y="68000"/>
                </a:lnTo>
                <a:lnTo>
                  <a:pt x="330795" y="66516"/>
                </a:lnTo>
                <a:lnTo>
                  <a:pt x="333715" y="65012"/>
                </a:lnTo>
                <a:lnTo>
                  <a:pt x="336624" y="63490"/>
                </a:lnTo>
                <a:lnTo>
                  <a:pt x="339524" y="61949"/>
                </a:lnTo>
                <a:lnTo>
                  <a:pt x="342414" y="60389"/>
                </a:lnTo>
                <a:lnTo>
                  <a:pt x="342956" y="60084"/>
                </a:lnTo>
                <a:lnTo>
                  <a:pt x="343580" y="59749"/>
                </a:lnTo>
                <a:lnTo>
                  <a:pt x="344316" y="59371"/>
                </a:lnTo>
                <a:lnTo>
                  <a:pt x="345189" y="58936"/>
                </a:lnTo>
                <a:lnTo>
                  <a:pt x="346227" y="58433"/>
                </a:lnTo>
                <a:lnTo>
                  <a:pt x="347458" y="57849"/>
                </a:lnTo>
                <a:lnTo>
                  <a:pt x="348909" y="57170"/>
                </a:lnTo>
                <a:lnTo>
                  <a:pt x="350608" y="56386"/>
                </a:lnTo>
                <a:lnTo>
                  <a:pt x="352582" y="55482"/>
                </a:lnTo>
                <a:lnTo>
                  <a:pt x="354857" y="54447"/>
                </a:lnTo>
                <a:lnTo>
                  <a:pt x="357462" y="53267"/>
                </a:lnTo>
                <a:lnTo>
                  <a:pt x="360425" y="51931"/>
                </a:lnTo>
                <a:lnTo>
                  <a:pt x="363771" y="50426"/>
                </a:lnTo>
                <a:lnTo>
                  <a:pt x="367529" y="48738"/>
                </a:lnTo>
                <a:lnTo>
                  <a:pt x="371726" y="46856"/>
                </a:lnTo>
                <a:lnTo>
                  <a:pt x="376390" y="44768"/>
                </a:lnTo>
                <a:lnTo>
                  <a:pt x="377478" y="44287"/>
                </a:lnTo>
                <a:lnTo>
                  <a:pt x="378594" y="43806"/>
                </a:lnTo>
                <a:lnTo>
                  <a:pt x="379753" y="43318"/>
                </a:lnTo>
                <a:lnTo>
                  <a:pt x="380971" y="42817"/>
                </a:lnTo>
                <a:lnTo>
                  <a:pt x="382267" y="42297"/>
                </a:lnTo>
                <a:lnTo>
                  <a:pt x="383654" y="41752"/>
                </a:lnTo>
                <a:lnTo>
                  <a:pt x="385152" y="41176"/>
                </a:lnTo>
                <a:lnTo>
                  <a:pt x="386775" y="40563"/>
                </a:lnTo>
                <a:lnTo>
                  <a:pt x="388540" y="39907"/>
                </a:lnTo>
                <a:lnTo>
                  <a:pt x="390463" y="39202"/>
                </a:lnTo>
                <a:lnTo>
                  <a:pt x="392562" y="38441"/>
                </a:lnTo>
                <a:lnTo>
                  <a:pt x="394853" y="37619"/>
                </a:lnTo>
                <a:lnTo>
                  <a:pt x="397352" y="36729"/>
                </a:lnTo>
                <a:lnTo>
                  <a:pt x="400075" y="35766"/>
                </a:lnTo>
                <a:lnTo>
                  <a:pt x="403039" y="34723"/>
                </a:lnTo>
                <a:lnTo>
                  <a:pt x="406260" y="33595"/>
                </a:lnTo>
                <a:lnTo>
                  <a:pt x="407045" y="33320"/>
                </a:lnTo>
                <a:lnTo>
                  <a:pt x="407913" y="33013"/>
                </a:lnTo>
                <a:lnTo>
                  <a:pt x="408857" y="32677"/>
                </a:lnTo>
                <a:lnTo>
                  <a:pt x="409867" y="32315"/>
                </a:lnTo>
                <a:lnTo>
                  <a:pt x="410933" y="31930"/>
                </a:lnTo>
                <a:lnTo>
                  <a:pt x="412047" y="31527"/>
                </a:lnTo>
                <a:lnTo>
                  <a:pt x="413199" y="31108"/>
                </a:lnTo>
                <a:lnTo>
                  <a:pt x="414380" y="30676"/>
                </a:lnTo>
                <a:lnTo>
                  <a:pt x="415582" y="30236"/>
                </a:lnTo>
                <a:lnTo>
                  <a:pt x="416794" y="29791"/>
                </a:lnTo>
                <a:lnTo>
                  <a:pt x="418009" y="29343"/>
                </a:lnTo>
                <a:lnTo>
                  <a:pt x="419215" y="28897"/>
                </a:lnTo>
                <a:lnTo>
                  <a:pt x="420406" y="28456"/>
                </a:lnTo>
                <a:lnTo>
                  <a:pt x="421571" y="28022"/>
                </a:lnTo>
                <a:lnTo>
                  <a:pt x="422700" y="27601"/>
                </a:lnTo>
                <a:lnTo>
                  <a:pt x="423786" y="27194"/>
                </a:lnTo>
                <a:lnTo>
                  <a:pt x="424865" y="26802"/>
                </a:lnTo>
                <a:lnTo>
                  <a:pt x="425959" y="26421"/>
                </a:lnTo>
                <a:lnTo>
                  <a:pt x="427061" y="26052"/>
                </a:lnTo>
                <a:lnTo>
                  <a:pt x="428165" y="25698"/>
                </a:lnTo>
                <a:lnTo>
                  <a:pt x="429261" y="25360"/>
                </a:lnTo>
                <a:lnTo>
                  <a:pt x="430342" y="25041"/>
                </a:lnTo>
                <a:lnTo>
                  <a:pt x="431401" y="24743"/>
                </a:lnTo>
                <a:lnTo>
                  <a:pt x="432430" y="24467"/>
                </a:lnTo>
                <a:lnTo>
                  <a:pt x="433422" y="24217"/>
                </a:lnTo>
                <a:lnTo>
                  <a:pt x="434369" y="23993"/>
                </a:lnTo>
                <a:lnTo>
                  <a:pt x="435262" y="23798"/>
                </a:lnTo>
                <a:lnTo>
                  <a:pt x="436096" y="23634"/>
                </a:lnTo>
                <a:lnTo>
                  <a:pt x="436861" y="23502"/>
                </a:lnTo>
                <a:lnTo>
                  <a:pt x="437551" y="23406"/>
                </a:lnTo>
                <a:lnTo>
                  <a:pt x="438158" y="23347"/>
                </a:lnTo>
                <a:lnTo>
                  <a:pt x="438674" y="23327"/>
                </a:lnTo>
                <a:lnTo>
                  <a:pt x="439180" y="23307"/>
                </a:lnTo>
                <a:lnTo>
                  <a:pt x="439774" y="23249"/>
                </a:lnTo>
                <a:lnTo>
                  <a:pt x="440446" y="23155"/>
                </a:lnTo>
                <a:lnTo>
                  <a:pt x="441190" y="23026"/>
                </a:lnTo>
                <a:lnTo>
                  <a:pt x="441999" y="22865"/>
                </a:lnTo>
                <a:lnTo>
                  <a:pt x="442865" y="22673"/>
                </a:lnTo>
                <a:lnTo>
                  <a:pt x="443780" y="22452"/>
                </a:lnTo>
                <a:lnTo>
                  <a:pt x="444738" y="22205"/>
                </a:lnTo>
                <a:lnTo>
                  <a:pt x="445730" y="21933"/>
                </a:lnTo>
                <a:lnTo>
                  <a:pt x="446751" y="21638"/>
                </a:lnTo>
                <a:lnTo>
                  <a:pt x="447791" y="21323"/>
                </a:lnTo>
                <a:lnTo>
                  <a:pt x="448844" y="20988"/>
                </a:lnTo>
                <a:lnTo>
                  <a:pt x="449903" y="20636"/>
                </a:lnTo>
                <a:lnTo>
                  <a:pt x="450960" y="20269"/>
                </a:lnTo>
                <a:lnTo>
                  <a:pt x="452007" y="19889"/>
                </a:lnTo>
                <a:lnTo>
                  <a:pt x="453038" y="19498"/>
                </a:lnTo>
                <a:lnTo>
                  <a:pt x="454106" y="19096"/>
                </a:lnTo>
                <a:lnTo>
                  <a:pt x="455266" y="18691"/>
                </a:lnTo>
                <a:lnTo>
                  <a:pt x="456508" y="18284"/>
                </a:lnTo>
                <a:lnTo>
                  <a:pt x="457821" y="17879"/>
                </a:lnTo>
                <a:lnTo>
                  <a:pt x="459192" y="17478"/>
                </a:lnTo>
                <a:lnTo>
                  <a:pt x="460612" y="17083"/>
                </a:lnTo>
                <a:lnTo>
                  <a:pt x="462068" y="16699"/>
                </a:lnTo>
                <a:lnTo>
                  <a:pt x="463550" y="16327"/>
                </a:lnTo>
                <a:lnTo>
                  <a:pt x="465046" y="15970"/>
                </a:lnTo>
                <a:lnTo>
                  <a:pt x="466545" y="15632"/>
                </a:lnTo>
                <a:lnTo>
                  <a:pt x="468037" y="15314"/>
                </a:lnTo>
                <a:lnTo>
                  <a:pt x="469509" y="15020"/>
                </a:lnTo>
                <a:lnTo>
                  <a:pt x="470951" y="14752"/>
                </a:lnTo>
                <a:lnTo>
                  <a:pt x="472351" y="14514"/>
                </a:lnTo>
                <a:lnTo>
                  <a:pt x="473699" y="14307"/>
                </a:lnTo>
                <a:lnTo>
                  <a:pt x="474983" y="14135"/>
                </a:lnTo>
                <a:lnTo>
                  <a:pt x="476250" y="13976"/>
                </a:lnTo>
                <a:lnTo>
                  <a:pt x="477558" y="13795"/>
                </a:lnTo>
                <a:lnTo>
                  <a:pt x="478897" y="13592"/>
                </a:lnTo>
                <a:lnTo>
                  <a:pt x="480257" y="13371"/>
                </a:lnTo>
                <a:lnTo>
                  <a:pt x="481628" y="13133"/>
                </a:lnTo>
                <a:lnTo>
                  <a:pt x="483000" y="12880"/>
                </a:lnTo>
                <a:lnTo>
                  <a:pt x="484362" y="12616"/>
                </a:lnTo>
                <a:lnTo>
                  <a:pt x="485706" y="12341"/>
                </a:lnTo>
                <a:lnTo>
                  <a:pt x="487020" y="12058"/>
                </a:lnTo>
                <a:lnTo>
                  <a:pt x="488295" y="11770"/>
                </a:lnTo>
                <a:lnTo>
                  <a:pt x="489521" y="11478"/>
                </a:lnTo>
                <a:lnTo>
                  <a:pt x="490687" y="11184"/>
                </a:lnTo>
                <a:lnTo>
                  <a:pt x="491784" y="10892"/>
                </a:lnTo>
                <a:lnTo>
                  <a:pt x="492801" y="10602"/>
                </a:lnTo>
                <a:lnTo>
                  <a:pt x="493729" y="10317"/>
                </a:lnTo>
                <a:lnTo>
                  <a:pt x="494557" y="10039"/>
                </a:lnTo>
                <a:lnTo>
                  <a:pt x="495407" y="9770"/>
                </a:lnTo>
                <a:lnTo>
                  <a:pt x="496411" y="9494"/>
                </a:lnTo>
                <a:lnTo>
                  <a:pt x="497557" y="9212"/>
                </a:lnTo>
                <a:lnTo>
                  <a:pt x="498832" y="8926"/>
                </a:lnTo>
                <a:lnTo>
                  <a:pt x="500223" y="8639"/>
                </a:lnTo>
                <a:lnTo>
                  <a:pt x="501717" y="8352"/>
                </a:lnTo>
                <a:lnTo>
                  <a:pt x="503302" y="8069"/>
                </a:lnTo>
                <a:lnTo>
                  <a:pt x="504964" y="7790"/>
                </a:lnTo>
                <a:lnTo>
                  <a:pt x="506692" y="7519"/>
                </a:lnTo>
                <a:lnTo>
                  <a:pt x="508471" y="7256"/>
                </a:lnTo>
                <a:lnTo>
                  <a:pt x="510290" y="7005"/>
                </a:lnTo>
                <a:lnTo>
                  <a:pt x="512135" y="6767"/>
                </a:lnTo>
                <a:lnTo>
                  <a:pt x="513993" y="6545"/>
                </a:lnTo>
                <a:lnTo>
                  <a:pt x="515853" y="6340"/>
                </a:lnTo>
                <a:lnTo>
                  <a:pt x="517700" y="6155"/>
                </a:lnTo>
                <a:lnTo>
                  <a:pt x="519522" y="5991"/>
                </a:lnTo>
                <a:lnTo>
                  <a:pt x="525794" y="5396"/>
                </a:lnTo>
                <a:lnTo>
                  <a:pt x="532061" y="4743"/>
                </a:lnTo>
                <a:lnTo>
                  <a:pt x="538321" y="4033"/>
                </a:lnTo>
                <a:lnTo>
                  <a:pt x="544575" y="3267"/>
                </a:lnTo>
                <a:lnTo>
                  <a:pt x="550821" y="2443"/>
                </a:lnTo>
                <a:lnTo>
                  <a:pt x="557060" y="1562"/>
                </a:lnTo>
                <a:lnTo>
                  <a:pt x="562198" y="902"/>
                </a:lnTo>
                <a:lnTo>
                  <a:pt x="567952" y="331"/>
                </a:lnTo>
                <a:lnTo>
                  <a:pt x="574234" y="-153"/>
                </a:lnTo>
                <a:lnTo>
                  <a:pt x="580955" y="-549"/>
                </a:lnTo>
                <a:lnTo>
                  <a:pt x="588027" y="-857"/>
                </a:lnTo>
                <a:lnTo>
                  <a:pt x="595361" y="-1077"/>
                </a:lnTo>
                <a:lnTo>
                  <a:pt x="602869" y="-1209"/>
                </a:lnTo>
                <a:lnTo>
                  <a:pt x="610462" y="-1253"/>
                </a:lnTo>
                <a:lnTo>
                  <a:pt x="618052" y="-1209"/>
                </a:lnTo>
                <a:lnTo>
                  <a:pt x="625550" y="-1077"/>
                </a:lnTo>
                <a:lnTo>
                  <a:pt x="632869" y="-857"/>
                </a:lnTo>
                <a:lnTo>
                  <a:pt x="639919" y="-549"/>
                </a:lnTo>
                <a:lnTo>
                  <a:pt x="646612" y="-153"/>
                </a:lnTo>
                <a:lnTo>
                  <a:pt x="652859" y="331"/>
                </a:lnTo>
                <a:lnTo>
                  <a:pt x="658573" y="902"/>
                </a:lnTo>
                <a:lnTo>
                  <a:pt x="663664" y="1562"/>
                </a:lnTo>
                <a:lnTo>
                  <a:pt x="669651" y="2395"/>
                </a:lnTo>
                <a:lnTo>
                  <a:pt x="675644" y="3178"/>
                </a:lnTo>
                <a:lnTo>
                  <a:pt x="681644" y="3910"/>
                </a:lnTo>
                <a:lnTo>
                  <a:pt x="687650" y="4591"/>
                </a:lnTo>
                <a:lnTo>
                  <a:pt x="693661" y="5221"/>
                </a:lnTo>
                <a:lnTo>
                  <a:pt x="699678" y="5801"/>
                </a:lnTo>
                <a:lnTo>
                  <a:pt x="701407" y="5955"/>
                </a:lnTo>
                <a:lnTo>
                  <a:pt x="703181" y="6134"/>
                </a:lnTo>
                <a:lnTo>
                  <a:pt x="704988" y="6335"/>
                </a:lnTo>
                <a:lnTo>
                  <a:pt x="706814" y="6556"/>
                </a:lnTo>
                <a:lnTo>
                  <a:pt x="708645" y="6796"/>
                </a:lnTo>
                <a:lnTo>
                  <a:pt x="710470" y="7052"/>
                </a:lnTo>
                <a:lnTo>
                  <a:pt x="712274" y="7321"/>
                </a:lnTo>
                <a:lnTo>
                  <a:pt x="714044" y="7602"/>
                </a:lnTo>
                <a:lnTo>
                  <a:pt x="715768" y="7893"/>
                </a:lnTo>
                <a:lnTo>
                  <a:pt x="717432" y="8191"/>
                </a:lnTo>
                <a:lnTo>
                  <a:pt x="719023" y="8494"/>
                </a:lnTo>
                <a:lnTo>
                  <a:pt x="720528" y="8800"/>
                </a:lnTo>
                <a:lnTo>
                  <a:pt x="721934" y="9107"/>
                </a:lnTo>
                <a:lnTo>
                  <a:pt x="723227" y="9412"/>
                </a:lnTo>
                <a:lnTo>
                  <a:pt x="724395" y="9714"/>
                </a:lnTo>
                <a:lnTo>
                  <a:pt x="725424" y="10011"/>
                </a:lnTo>
                <a:lnTo>
                  <a:pt x="726421" y="10301"/>
                </a:lnTo>
                <a:lnTo>
                  <a:pt x="727496" y="10597"/>
                </a:lnTo>
                <a:lnTo>
                  <a:pt x="728638" y="10898"/>
                </a:lnTo>
                <a:lnTo>
                  <a:pt x="729837" y="11200"/>
                </a:lnTo>
                <a:lnTo>
                  <a:pt x="731082" y="11503"/>
                </a:lnTo>
                <a:lnTo>
                  <a:pt x="732365" y="11802"/>
                </a:lnTo>
                <a:lnTo>
                  <a:pt x="733674" y="12097"/>
                </a:lnTo>
                <a:lnTo>
                  <a:pt x="735000" y="12384"/>
                </a:lnTo>
                <a:lnTo>
                  <a:pt x="736333" y="12661"/>
                </a:lnTo>
                <a:lnTo>
                  <a:pt x="737662" y="12926"/>
                </a:lnTo>
                <a:lnTo>
                  <a:pt x="738977" y="13177"/>
                </a:lnTo>
                <a:lnTo>
                  <a:pt x="740269" y="13412"/>
                </a:lnTo>
                <a:lnTo>
                  <a:pt x="741527" y="13627"/>
                </a:lnTo>
                <a:lnTo>
                  <a:pt x="742741" y="13821"/>
                </a:lnTo>
                <a:lnTo>
                  <a:pt x="743902" y="13991"/>
                </a:lnTo>
                <a:lnTo>
                  <a:pt x="744998" y="14135"/>
                </a:lnTo>
                <a:lnTo>
                  <a:pt x="746102" y="14294"/>
                </a:lnTo>
                <a:lnTo>
                  <a:pt x="747286" y="14488"/>
                </a:lnTo>
                <a:lnTo>
                  <a:pt x="748539" y="14714"/>
                </a:lnTo>
                <a:lnTo>
                  <a:pt x="749851" y="14970"/>
                </a:lnTo>
                <a:lnTo>
                  <a:pt x="751209" y="15252"/>
                </a:lnTo>
                <a:lnTo>
                  <a:pt x="752604" y="15559"/>
                </a:lnTo>
                <a:lnTo>
                  <a:pt x="754024" y="15887"/>
                </a:lnTo>
                <a:lnTo>
                  <a:pt x="755459" y="16234"/>
                </a:lnTo>
                <a:lnTo>
                  <a:pt x="756897" y="16598"/>
                </a:lnTo>
                <a:lnTo>
                  <a:pt x="758329" y="16975"/>
                </a:lnTo>
                <a:lnTo>
                  <a:pt x="759743" y="17364"/>
                </a:lnTo>
                <a:lnTo>
                  <a:pt x="761128" y="17761"/>
                </a:lnTo>
                <a:lnTo>
                  <a:pt x="762473" y="18164"/>
                </a:lnTo>
                <a:lnTo>
                  <a:pt x="763768" y="18571"/>
                </a:lnTo>
                <a:lnTo>
                  <a:pt x="765001" y="18978"/>
                </a:lnTo>
                <a:lnTo>
                  <a:pt x="766162" y="19383"/>
                </a:lnTo>
                <a:lnTo>
                  <a:pt x="767296" y="19789"/>
                </a:lnTo>
                <a:lnTo>
                  <a:pt x="768440" y="20182"/>
                </a:lnTo>
                <a:lnTo>
                  <a:pt x="769588" y="20561"/>
                </a:lnTo>
                <a:lnTo>
                  <a:pt x="770731" y="20924"/>
                </a:lnTo>
                <a:lnTo>
                  <a:pt x="771862" y="21269"/>
                </a:lnTo>
                <a:lnTo>
                  <a:pt x="772974" y="21594"/>
                </a:lnTo>
                <a:lnTo>
                  <a:pt x="774058" y="21897"/>
                </a:lnTo>
                <a:lnTo>
                  <a:pt x="775106" y="22177"/>
                </a:lnTo>
                <a:lnTo>
                  <a:pt x="776112" y="22430"/>
                </a:lnTo>
                <a:lnTo>
                  <a:pt x="777068" y="22657"/>
                </a:lnTo>
                <a:lnTo>
                  <a:pt x="777965" y="22853"/>
                </a:lnTo>
                <a:lnTo>
                  <a:pt x="778796" y="23019"/>
                </a:lnTo>
                <a:lnTo>
                  <a:pt x="779554" y="23151"/>
                </a:lnTo>
                <a:lnTo>
                  <a:pt x="780230" y="23247"/>
                </a:lnTo>
                <a:lnTo>
                  <a:pt x="780817" y="23307"/>
                </a:lnTo>
                <a:lnTo>
                  <a:pt x="781307" y="23327"/>
                </a:lnTo>
                <a:lnTo>
                  <a:pt x="781775" y="23342"/>
                </a:lnTo>
                <a:lnTo>
                  <a:pt x="782295" y="23386"/>
                </a:lnTo>
                <a:lnTo>
                  <a:pt x="782863" y="23458"/>
                </a:lnTo>
                <a:lnTo>
                  <a:pt x="783473" y="23556"/>
                </a:lnTo>
                <a:lnTo>
                  <a:pt x="784119" y="23679"/>
                </a:lnTo>
                <a:lnTo>
                  <a:pt x="784796" y="23826"/>
                </a:lnTo>
                <a:lnTo>
                  <a:pt x="785497" y="23995"/>
                </a:lnTo>
                <a:lnTo>
                  <a:pt x="786219" y="24184"/>
                </a:lnTo>
                <a:lnTo>
                  <a:pt x="786954" y="24392"/>
                </a:lnTo>
                <a:lnTo>
                  <a:pt x="787697" y="24619"/>
                </a:lnTo>
                <a:lnTo>
                  <a:pt x="788444" y="24861"/>
                </a:lnTo>
                <a:lnTo>
                  <a:pt x="789187" y="25119"/>
                </a:lnTo>
                <a:lnTo>
                  <a:pt x="789922" y="25390"/>
                </a:lnTo>
                <a:lnTo>
                  <a:pt x="790644" y="25673"/>
                </a:lnTo>
                <a:lnTo>
                  <a:pt x="791346" y="25967"/>
                </a:lnTo>
                <a:lnTo>
                  <a:pt x="792023" y="26270"/>
                </a:lnTo>
                <a:lnTo>
                  <a:pt x="792738" y="26582"/>
                </a:lnTo>
                <a:lnTo>
                  <a:pt x="793537" y="26916"/>
                </a:lnTo>
                <a:lnTo>
                  <a:pt x="794413" y="27270"/>
                </a:lnTo>
                <a:lnTo>
                  <a:pt x="795357" y="27639"/>
                </a:lnTo>
                <a:lnTo>
                  <a:pt x="796360" y="28022"/>
                </a:lnTo>
                <a:lnTo>
                  <a:pt x="797413" y="28415"/>
                </a:lnTo>
                <a:lnTo>
                  <a:pt x="798508" y="28814"/>
                </a:lnTo>
                <a:lnTo>
                  <a:pt x="799637" y="29218"/>
                </a:lnTo>
                <a:lnTo>
                  <a:pt x="800790" y="29622"/>
                </a:lnTo>
                <a:lnTo>
                  <a:pt x="801960" y="30025"/>
                </a:lnTo>
                <a:lnTo>
                  <a:pt x="803138" y="30422"/>
                </a:lnTo>
                <a:lnTo>
                  <a:pt x="804315" y="30811"/>
                </a:lnTo>
                <a:lnTo>
                  <a:pt x="805483" y="31188"/>
                </a:lnTo>
                <a:lnTo>
                  <a:pt x="806632" y="31552"/>
                </a:lnTo>
                <a:lnTo>
                  <a:pt x="807756" y="31898"/>
                </a:lnTo>
                <a:lnTo>
                  <a:pt x="808844" y="32223"/>
                </a:lnTo>
                <a:lnTo>
                  <a:pt x="809950" y="32563"/>
                </a:lnTo>
                <a:lnTo>
                  <a:pt x="811141" y="32939"/>
                </a:lnTo>
                <a:lnTo>
                  <a:pt x="812404" y="33346"/>
                </a:lnTo>
                <a:lnTo>
                  <a:pt x="813729" y="33782"/>
                </a:lnTo>
                <a:lnTo>
                  <a:pt x="815105" y="34241"/>
                </a:lnTo>
                <a:lnTo>
                  <a:pt x="816522" y="34720"/>
                </a:lnTo>
                <a:lnTo>
                  <a:pt x="817967" y="35217"/>
                </a:lnTo>
                <a:lnTo>
                  <a:pt x="819430" y="35726"/>
                </a:lnTo>
                <a:lnTo>
                  <a:pt x="820900" y="36244"/>
                </a:lnTo>
                <a:lnTo>
                  <a:pt x="822366" y="36768"/>
                </a:lnTo>
                <a:lnTo>
                  <a:pt x="823817" y="37293"/>
                </a:lnTo>
                <a:lnTo>
                  <a:pt x="825243" y="37817"/>
                </a:lnTo>
                <a:lnTo>
                  <a:pt x="826631" y="38334"/>
                </a:lnTo>
                <a:lnTo>
                  <a:pt x="827972" y="38842"/>
                </a:lnTo>
                <a:lnTo>
                  <a:pt x="829254" y="39337"/>
                </a:lnTo>
                <a:lnTo>
                  <a:pt x="830466" y="39815"/>
                </a:lnTo>
                <a:lnTo>
                  <a:pt x="831653" y="40289"/>
                </a:lnTo>
                <a:lnTo>
                  <a:pt x="832881" y="40779"/>
                </a:lnTo>
                <a:lnTo>
                  <a:pt x="834140" y="41279"/>
                </a:lnTo>
                <a:lnTo>
                  <a:pt x="835420" y="41787"/>
                </a:lnTo>
                <a:lnTo>
                  <a:pt x="836712" y="42298"/>
                </a:lnTo>
                <a:lnTo>
                  <a:pt x="838007" y="42809"/>
                </a:lnTo>
                <a:lnTo>
                  <a:pt x="839294" y="43315"/>
                </a:lnTo>
                <a:lnTo>
                  <a:pt x="840565" y="43814"/>
                </a:lnTo>
                <a:lnTo>
                  <a:pt x="841809" y="44301"/>
                </a:lnTo>
                <a:lnTo>
                  <a:pt x="843018" y="44772"/>
                </a:lnTo>
                <a:lnTo>
                  <a:pt x="844182" y="45224"/>
                </a:lnTo>
                <a:lnTo>
                  <a:pt x="845291" y="45653"/>
                </a:lnTo>
                <a:lnTo>
                  <a:pt x="846336" y="46055"/>
                </a:lnTo>
                <a:lnTo>
                  <a:pt x="847307" y="46427"/>
                </a:lnTo>
                <a:lnTo>
                  <a:pt x="848196" y="46764"/>
                </a:lnTo>
                <a:lnTo>
                  <a:pt x="848992" y="47063"/>
                </a:lnTo>
                <a:lnTo>
                  <a:pt x="850893" y="47855"/>
                </a:lnTo>
                <a:lnTo>
                  <a:pt x="853756" y="49149"/>
                </a:lnTo>
                <a:lnTo>
                  <a:pt x="857442" y="50877"/>
                </a:lnTo>
                <a:lnTo>
                  <a:pt x="861815" y="52969"/>
                </a:lnTo>
                <a:lnTo>
                  <a:pt x="866738" y="55358"/>
                </a:lnTo>
                <a:lnTo>
                  <a:pt x="872073" y="57975"/>
                </a:lnTo>
                <a:lnTo>
                  <a:pt x="877682" y="60750"/>
                </a:lnTo>
                <a:lnTo>
                  <a:pt x="883429" y="63616"/>
                </a:lnTo>
                <a:lnTo>
                  <a:pt x="889177" y="66504"/>
                </a:lnTo>
                <a:lnTo>
                  <a:pt x="894788" y="69345"/>
                </a:lnTo>
                <a:lnTo>
                  <a:pt x="900125" y="72070"/>
                </a:lnTo>
                <a:lnTo>
                  <a:pt x="905051" y="74612"/>
                </a:lnTo>
                <a:lnTo>
                  <a:pt x="909428" y="76900"/>
                </a:lnTo>
                <a:lnTo>
                  <a:pt x="913119" y="78867"/>
                </a:lnTo>
                <a:lnTo>
                  <a:pt x="915988" y="80444"/>
                </a:lnTo>
                <a:lnTo>
                  <a:pt x="917896" y="81563"/>
                </a:lnTo>
                <a:lnTo>
                  <a:pt x="928782" y="88414"/>
                </a:lnTo>
                <a:lnTo>
                  <a:pt x="939046" y="95008"/>
                </a:lnTo>
                <a:lnTo>
                  <a:pt x="948745" y="101391"/>
                </a:lnTo>
                <a:lnTo>
                  <a:pt x="957938" y="107609"/>
                </a:lnTo>
                <a:lnTo>
                  <a:pt x="966682" y="113706"/>
                </a:lnTo>
                <a:lnTo>
                  <a:pt x="975036" y="119730"/>
                </a:lnTo>
                <a:lnTo>
                  <a:pt x="983057" y="125726"/>
                </a:lnTo>
                <a:lnTo>
                  <a:pt x="990804" y="131739"/>
                </a:lnTo>
                <a:lnTo>
                  <a:pt x="998334" y="137816"/>
                </a:lnTo>
                <a:lnTo>
                  <a:pt x="1005707" y="144003"/>
                </a:lnTo>
                <a:lnTo>
                  <a:pt x="1012979" y="150346"/>
                </a:lnTo>
                <a:lnTo>
                  <a:pt x="1020210" y="156889"/>
                </a:lnTo>
                <a:lnTo>
                  <a:pt x="1027456" y="163680"/>
                </a:lnTo>
                <a:lnTo>
                  <a:pt x="1034777" y="170764"/>
                </a:lnTo>
                <a:lnTo>
                  <a:pt x="1042231" y="178187"/>
                </a:lnTo>
                <a:lnTo>
                  <a:pt x="1049874" y="185995"/>
                </a:lnTo>
                <a:lnTo>
                  <a:pt x="1059036" y="195641"/>
                </a:lnTo>
                <a:lnTo>
                  <a:pt x="1067831" y="205268"/>
                </a:lnTo>
                <a:lnTo>
                  <a:pt x="1076284" y="214912"/>
                </a:lnTo>
                <a:lnTo>
                  <a:pt x="1084419" y="224611"/>
                </a:lnTo>
                <a:lnTo>
                  <a:pt x="1092264" y="234403"/>
                </a:lnTo>
                <a:lnTo>
                  <a:pt x="1099842" y="244325"/>
                </a:lnTo>
                <a:lnTo>
                  <a:pt x="1107180" y="254414"/>
                </a:lnTo>
                <a:lnTo>
                  <a:pt x="1114302" y="264709"/>
                </a:lnTo>
                <a:lnTo>
                  <a:pt x="1121235" y="275247"/>
                </a:lnTo>
                <a:lnTo>
                  <a:pt x="1128004" y="286066"/>
                </a:lnTo>
                <a:lnTo>
                  <a:pt x="1134634" y="297202"/>
                </a:lnTo>
                <a:lnTo>
                  <a:pt x="1141151" y="308694"/>
                </a:lnTo>
                <a:lnTo>
                  <a:pt x="1147580" y="320579"/>
                </a:lnTo>
                <a:lnTo>
                  <a:pt x="1153946" y="332895"/>
                </a:lnTo>
                <a:lnTo>
                  <a:pt x="1160276" y="345679"/>
                </a:lnTo>
                <a:lnTo>
                  <a:pt x="1166593" y="358969"/>
                </a:lnTo>
                <a:lnTo>
                  <a:pt x="1167054" y="359953"/>
                </a:lnTo>
                <a:lnTo>
                  <a:pt x="1167540" y="360986"/>
                </a:lnTo>
                <a:lnTo>
                  <a:pt x="1168047" y="362060"/>
                </a:lnTo>
                <a:lnTo>
                  <a:pt x="1168571" y="363164"/>
                </a:lnTo>
                <a:lnTo>
                  <a:pt x="1169108" y="364292"/>
                </a:lnTo>
                <a:lnTo>
                  <a:pt x="1169655" y="365433"/>
                </a:lnTo>
                <a:lnTo>
                  <a:pt x="1170205" y="366580"/>
                </a:lnTo>
                <a:lnTo>
                  <a:pt x="1170757" y="367723"/>
                </a:lnTo>
                <a:lnTo>
                  <a:pt x="1171305" y="368855"/>
                </a:lnTo>
                <a:lnTo>
                  <a:pt x="1171846" y="369966"/>
                </a:lnTo>
                <a:lnTo>
                  <a:pt x="1172374" y="371048"/>
                </a:lnTo>
                <a:lnTo>
                  <a:pt x="1172888" y="372091"/>
                </a:lnTo>
                <a:lnTo>
                  <a:pt x="1173381" y="373088"/>
                </a:lnTo>
                <a:lnTo>
                  <a:pt x="1173850" y="374030"/>
                </a:lnTo>
                <a:lnTo>
                  <a:pt x="1174291" y="374908"/>
                </a:lnTo>
                <a:lnTo>
                  <a:pt x="1174699" y="375714"/>
                </a:lnTo>
                <a:lnTo>
                  <a:pt x="1175079" y="376496"/>
                </a:lnTo>
                <a:lnTo>
                  <a:pt x="1175449" y="377290"/>
                </a:lnTo>
                <a:lnTo>
                  <a:pt x="1175807" y="378089"/>
                </a:lnTo>
                <a:lnTo>
                  <a:pt x="1176151" y="378888"/>
                </a:lnTo>
                <a:lnTo>
                  <a:pt x="1176479" y="379681"/>
                </a:lnTo>
                <a:lnTo>
                  <a:pt x="1176790" y="380464"/>
                </a:lnTo>
                <a:lnTo>
                  <a:pt x="1177080" y="381230"/>
                </a:lnTo>
                <a:lnTo>
                  <a:pt x="1177348" y="381974"/>
                </a:lnTo>
                <a:lnTo>
                  <a:pt x="1177593" y="382691"/>
                </a:lnTo>
                <a:lnTo>
                  <a:pt x="1177811" y="383374"/>
                </a:lnTo>
                <a:lnTo>
                  <a:pt x="1178001" y="384020"/>
                </a:lnTo>
                <a:lnTo>
                  <a:pt x="1178162" y="384621"/>
                </a:lnTo>
                <a:lnTo>
                  <a:pt x="1178290" y="385173"/>
                </a:lnTo>
                <a:lnTo>
                  <a:pt x="1178384" y="385670"/>
                </a:lnTo>
                <a:lnTo>
                  <a:pt x="1178442" y="386106"/>
                </a:lnTo>
                <a:lnTo>
                  <a:pt x="1178462" y="386477"/>
                </a:lnTo>
                <a:lnTo>
                  <a:pt x="1178481" y="386858"/>
                </a:lnTo>
                <a:lnTo>
                  <a:pt x="1178539" y="387317"/>
                </a:lnTo>
                <a:lnTo>
                  <a:pt x="1178634" y="387849"/>
                </a:lnTo>
                <a:lnTo>
                  <a:pt x="1178763" y="388447"/>
                </a:lnTo>
                <a:lnTo>
                  <a:pt x="1178924" y="389106"/>
                </a:lnTo>
                <a:lnTo>
                  <a:pt x="1179116" y="389818"/>
                </a:lnTo>
                <a:lnTo>
                  <a:pt x="1179336" y="390579"/>
                </a:lnTo>
                <a:lnTo>
                  <a:pt x="1179583" y="391381"/>
                </a:lnTo>
                <a:lnTo>
                  <a:pt x="1179855" y="392219"/>
                </a:lnTo>
                <a:lnTo>
                  <a:pt x="1180150" y="393086"/>
                </a:lnTo>
                <a:lnTo>
                  <a:pt x="1180466" y="393977"/>
                </a:lnTo>
                <a:lnTo>
                  <a:pt x="1180800" y="394885"/>
                </a:lnTo>
                <a:lnTo>
                  <a:pt x="1181152" y="395803"/>
                </a:lnTo>
                <a:lnTo>
                  <a:pt x="1181519" y="396727"/>
                </a:lnTo>
                <a:lnTo>
                  <a:pt x="1181899" y="397649"/>
                </a:lnTo>
                <a:lnTo>
                  <a:pt x="1182291" y="398564"/>
                </a:lnTo>
                <a:lnTo>
                  <a:pt x="1183356" y="401054"/>
                </a:lnTo>
                <a:lnTo>
                  <a:pt x="1184399" y="403579"/>
                </a:lnTo>
                <a:lnTo>
                  <a:pt x="1185417" y="406131"/>
                </a:lnTo>
                <a:lnTo>
                  <a:pt x="1186408" y="408701"/>
                </a:lnTo>
                <a:lnTo>
                  <a:pt x="1187370" y="411283"/>
                </a:lnTo>
                <a:lnTo>
                  <a:pt x="1188299" y="413869"/>
                </a:lnTo>
                <a:lnTo>
                  <a:pt x="1189193" y="416450"/>
                </a:lnTo>
                <a:lnTo>
                  <a:pt x="1190050" y="419019"/>
                </a:lnTo>
                <a:lnTo>
                  <a:pt x="1190867" y="421568"/>
                </a:lnTo>
                <a:lnTo>
                  <a:pt x="1191641" y="424089"/>
                </a:lnTo>
                <a:lnTo>
                  <a:pt x="1192369" y="426574"/>
                </a:lnTo>
                <a:lnTo>
                  <a:pt x="1193050" y="429015"/>
                </a:lnTo>
                <a:lnTo>
                  <a:pt x="1193681" y="431405"/>
                </a:lnTo>
                <a:lnTo>
                  <a:pt x="1194259" y="433736"/>
                </a:lnTo>
                <a:lnTo>
                  <a:pt x="1194781" y="436000"/>
                </a:lnTo>
                <a:lnTo>
                  <a:pt x="1195245" y="438188"/>
                </a:lnTo>
                <a:lnTo>
                  <a:pt x="1195470" y="439256"/>
                </a:lnTo>
                <a:lnTo>
                  <a:pt x="1195716" y="440347"/>
                </a:lnTo>
                <a:lnTo>
                  <a:pt x="1195980" y="441454"/>
                </a:lnTo>
                <a:lnTo>
                  <a:pt x="1196260" y="442568"/>
                </a:lnTo>
                <a:lnTo>
                  <a:pt x="1196553" y="443682"/>
                </a:lnTo>
                <a:lnTo>
                  <a:pt x="1196857" y="444787"/>
                </a:lnTo>
                <a:lnTo>
                  <a:pt x="1197169" y="445876"/>
                </a:lnTo>
                <a:lnTo>
                  <a:pt x="1197488" y="446940"/>
                </a:lnTo>
                <a:lnTo>
                  <a:pt x="1197810" y="447973"/>
                </a:lnTo>
                <a:lnTo>
                  <a:pt x="1198133" y="448965"/>
                </a:lnTo>
                <a:lnTo>
                  <a:pt x="1198455" y="449909"/>
                </a:lnTo>
                <a:lnTo>
                  <a:pt x="1198773" y="450796"/>
                </a:lnTo>
                <a:lnTo>
                  <a:pt x="1199085" y="451620"/>
                </a:lnTo>
                <a:lnTo>
                  <a:pt x="1199388" y="452372"/>
                </a:lnTo>
                <a:lnTo>
                  <a:pt x="1199681" y="453044"/>
                </a:lnTo>
                <a:lnTo>
                  <a:pt x="1199960" y="453628"/>
                </a:lnTo>
                <a:lnTo>
                  <a:pt x="1200235" y="454214"/>
                </a:lnTo>
                <a:lnTo>
                  <a:pt x="1200515" y="454895"/>
                </a:lnTo>
                <a:lnTo>
                  <a:pt x="1200797" y="455663"/>
                </a:lnTo>
                <a:lnTo>
                  <a:pt x="1201079" y="456509"/>
                </a:lnTo>
                <a:lnTo>
                  <a:pt x="1201359" y="457424"/>
                </a:lnTo>
                <a:lnTo>
                  <a:pt x="1201636" y="458401"/>
                </a:lnTo>
                <a:lnTo>
                  <a:pt x="1201908" y="459432"/>
                </a:lnTo>
                <a:lnTo>
                  <a:pt x="1202172" y="460506"/>
                </a:lnTo>
                <a:lnTo>
                  <a:pt x="1202427" y="461617"/>
                </a:lnTo>
                <a:lnTo>
                  <a:pt x="1202671" y="462756"/>
                </a:lnTo>
                <a:lnTo>
                  <a:pt x="1202902" y="463915"/>
                </a:lnTo>
                <a:lnTo>
                  <a:pt x="1203118" y="465084"/>
                </a:lnTo>
                <a:lnTo>
                  <a:pt x="1203318" y="466257"/>
                </a:lnTo>
                <a:lnTo>
                  <a:pt x="1203499" y="467423"/>
                </a:lnTo>
                <a:lnTo>
                  <a:pt x="1203660" y="468576"/>
                </a:lnTo>
                <a:lnTo>
                  <a:pt x="1203798" y="469706"/>
                </a:lnTo>
                <a:lnTo>
                  <a:pt x="1203938" y="470864"/>
                </a:lnTo>
                <a:lnTo>
                  <a:pt x="1204106" y="472099"/>
                </a:lnTo>
                <a:lnTo>
                  <a:pt x="1204300" y="473401"/>
                </a:lnTo>
                <a:lnTo>
                  <a:pt x="1204518" y="474759"/>
                </a:lnTo>
                <a:lnTo>
                  <a:pt x="1204757" y="476161"/>
                </a:lnTo>
                <a:lnTo>
                  <a:pt x="1205014" y="477597"/>
                </a:lnTo>
                <a:lnTo>
                  <a:pt x="1205288" y="479055"/>
                </a:lnTo>
                <a:lnTo>
                  <a:pt x="1205577" y="480523"/>
                </a:lnTo>
                <a:lnTo>
                  <a:pt x="1205877" y="481991"/>
                </a:lnTo>
                <a:lnTo>
                  <a:pt x="1206187" y="483448"/>
                </a:lnTo>
                <a:lnTo>
                  <a:pt x="1206504" y="484882"/>
                </a:lnTo>
                <a:lnTo>
                  <a:pt x="1206825" y="486282"/>
                </a:lnTo>
                <a:lnTo>
                  <a:pt x="1207149" y="487637"/>
                </a:lnTo>
                <a:lnTo>
                  <a:pt x="1207474" y="488935"/>
                </a:lnTo>
                <a:lnTo>
                  <a:pt x="1207796" y="490166"/>
                </a:lnTo>
                <a:lnTo>
                  <a:pt x="1208113" y="491319"/>
                </a:lnTo>
                <a:lnTo>
                  <a:pt x="1209876" y="498362"/>
                </a:lnTo>
                <a:lnTo>
                  <a:pt x="1211516" y="506763"/>
                </a:lnTo>
                <a:lnTo>
                  <a:pt x="1213024" y="516345"/>
                </a:lnTo>
                <a:lnTo>
                  <a:pt x="1214392" y="526930"/>
                </a:lnTo>
                <a:lnTo>
                  <a:pt x="1215612" y="538342"/>
                </a:lnTo>
                <a:lnTo>
                  <a:pt x="1216675" y="550404"/>
                </a:lnTo>
                <a:lnTo>
                  <a:pt x="1217571" y="562938"/>
                </a:lnTo>
                <a:lnTo>
                  <a:pt x="1218294" y="575770"/>
                </a:lnTo>
                <a:lnTo>
                  <a:pt x="1218834" y="588720"/>
                </a:lnTo>
                <a:lnTo>
                  <a:pt x="1219182" y="601613"/>
                </a:lnTo>
                <a:lnTo>
                  <a:pt x="1219331" y="614272"/>
                </a:lnTo>
                <a:lnTo>
                  <a:pt x="1219272" y="626520"/>
                </a:lnTo>
                <a:lnTo>
                  <a:pt x="1218996" y="638180"/>
                </a:lnTo>
                <a:lnTo>
                  <a:pt x="1218494" y="649076"/>
                </a:lnTo>
                <a:lnTo>
                  <a:pt x="1217759" y="659029"/>
                </a:lnTo>
                <a:lnTo>
                  <a:pt x="1216781" y="667864"/>
                </a:lnTo>
                <a:lnTo>
                  <a:pt x="1216452" y="670335"/>
                </a:lnTo>
                <a:lnTo>
                  <a:pt x="1216119" y="672851"/>
                </a:lnTo>
                <a:lnTo>
                  <a:pt x="1215786" y="675395"/>
                </a:lnTo>
                <a:lnTo>
                  <a:pt x="1215454" y="677949"/>
                </a:lnTo>
                <a:lnTo>
                  <a:pt x="1215126" y="680495"/>
                </a:lnTo>
                <a:lnTo>
                  <a:pt x="1214804" y="683015"/>
                </a:lnTo>
                <a:lnTo>
                  <a:pt x="1214490" y="685492"/>
                </a:lnTo>
                <a:lnTo>
                  <a:pt x="1214186" y="687906"/>
                </a:lnTo>
                <a:lnTo>
                  <a:pt x="1213895" y="690241"/>
                </a:lnTo>
                <a:lnTo>
                  <a:pt x="1213619" y="692478"/>
                </a:lnTo>
                <a:lnTo>
                  <a:pt x="1213360" y="694599"/>
                </a:lnTo>
                <a:lnTo>
                  <a:pt x="1213120" y="696586"/>
                </a:lnTo>
                <a:lnTo>
                  <a:pt x="1212902" y="698422"/>
                </a:lnTo>
                <a:lnTo>
                  <a:pt x="1212707" y="700088"/>
                </a:lnTo>
                <a:lnTo>
                  <a:pt x="1212539" y="701567"/>
                </a:lnTo>
                <a:lnTo>
                  <a:pt x="1212399" y="702840"/>
                </a:lnTo>
                <a:lnTo>
                  <a:pt x="1212137" y="705026"/>
                </a:lnTo>
                <a:lnTo>
                  <a:pt x="1211777" y="707570"/>
                </a:lnTo>
                <a:lnTo>
                  <a:pt x="1211328" y="710432"/>
                </a:lnTo>
                <a:lnTo>
                  <a:pt x="1210796" y="713577"/>
                </a:lnTo>
                <a:lnTo>
                  <a:pt x="1210191" y="716964"/>
                </a:lnTo>
                <a:lnTo>
                  <a:pt x="1209518" y="720558"/>
                </a:lnTo>
                <a:lnTo>
                  <a:pt x="1208787" y="724319"/>
                </a:lnTo>
                <a:lnTo>
                  <a:pt x="1208006" y="728210"/>
                </a:lnTo>
                <a:lnTo>
                  <a:pt x="1207181" y="732193"/>
                </a:lnTo>
                <a:lnTo>
                  <a:pt x="1206321" y="736230"/>
                </a:lnTo>
                <a:lnTo>
                  <a:pt x="1205433" y="740283"/>
                </a:lnTo>
                <a:lnTo>
                  <a:pt x="1204526" y="744315"/>
                </a:lnTo>
                <a:lnTo>
                  <a:pt x="1203607" y="748287"/>
                </a:lnTo>
                <a:lnTo>
                  <a:pt x="1202683" y="752161"/>
                </a:lnTo>
                <a:lnTo>
                  <a:pt x="1201763" y="755901"/>
                </a:lnTo>
                <a:lnTo>
                  <a:pt x="1200855" y="759466"/>
                </a:lnTo>
                <a:lnTo>
                  <a:pt x="1195902" y="779040"/>
                </a:lnTo>
                <a:lnTo>
                  <a:pt x="1193993" y="786290"/>
                </a:lnTo>
                <a:lnTo>
                  <a:pt x="1191774" y="793885"/>
                </a:lnTo>
                <a:lnTo>
                  <a:pt x="1189260" y="801797"/>
                </a:lnTo>
                <a:lnTo>
                  <a:pt x="1186461" y="809996"/>
                </a:lnTo>
                <a:lnTo>
                  <a:pt x="1183390" y="818452"/>
                </a:lnTo>
                <a:lnTo>
                  <a:pt x="1180062" y="827137"/>
                </a:lnTo>
                <a:lnTo>
                  <a:pt x="1176487" y="836021"/>
                </a:lnTo>
                <a:lnTo>
                  <a:pt x="1172679" y="845075"/>
                </a:lnTo>
                <a:lnTo>
                  <a:pt x="1168650" y="854269"/>
                </a:lnTo>
                <a:lnTo>
                  <a:pt x="1164413" y="863574"/>
                </a:lnTo>
                <a:lnTo>
                  <a:pt x="1159981" y="872961"/>
                </a:lnTo>
                <a:lnTo>
                  <a:pt x="1155366" y="882400"/>
                </a:lnTo>
                <a:lnTo>
                  <a:pt x="1150581" y="891863"/>
                </a:lnTo>
                <a:lnTo>
                  <a:pt x="1145639" y="901319"/>
                </a:lnTo>
                <a:lnTo>
                  <a:pt x="1140552" y="910740"/>
                </a:lnTo>
                <a:lnTo>
                  <a:pt x="1135332" y="920096"/>
                </a:lnTo>
                <a:lnTo>
                  <a:pt x="1132945" y="924167"/>
                </a:lnTo>
                <a:lnTo>
                  <a:pt x="1130026" y="928907"/>
                </a:lnTo>
                <a:lnTo>
                  <a:pt x="1126657" y="934199"/>
                </a:lnTo>
                <a:lnTo>
                  <a:pt x="1122921" y="939924"/>
                </a:lnTo>
                <a:lnTo>
                  <a:pt x="1118901" y="945963"/>
                </a:lnTo>
                <a:lnTo>
                  <a:pt x="1114681" y="952200"/>
                </a:lnTo>
                <a:lnTo>
                  <a:pt x="1110342" y="958514"/>
                </a:lnTo>
                <a:lnTo>
                  <a:pt x="1105969" y="964790"/>
                </a:lnTo>
                <a:lnTo>
                  <a:pt x="1101644" y="970907"/>
                </a:lnTo>
                <a:lnTo>
                  <a:pt x="1097450" y="976748"/>
                </a:lnTo>
                <a:lnTo>
                  <a:pt x="1093469" y="982195"/>
                </a:lnTo>
                <a:lnTo>
                  <a:pt x="1089786" y="987130"/>
                </a:lnTo>
                <a:lnTo>
                  <a:pt x="1086482" y="991434"/>
                </a:lnTo>
                <a:lnTo>
                  <a:pt x="1083640" y="994990"/>
                </a:lnTo>
                <a:lnTo>
                  <a:pt x="1081345" y="997679"/>
                </a:lnTo>
                <a:lnTo>
                  <a:pt x="1079678" y="999382"/>
                </a:lnTo>
                <a:lnTo>
                  <a:pt x="1079529" y="999522"/>
                </a:lnTo>
                <a:lnTo>
                  <a:pt x="1079325" y="999733"/>
                </a:lnTo>
                <a:lnTo>
                  <a:pt x="1079069" y="1000009"/>
                </a:lnTo>
                <a:lnTo>
                  <a:pt x="1078765" y="1000346"/>
                </a:lnTo>
                <a:lnTo>
                  <a:pt x="1078416" y="1000741"/>
                </a:lnTo>
                <a:lnTo>
                  <a:pt x="1078026" y="1001188"/>
                </a:lnTo>
                <a:lnTo>
                  <a:pt x="1077599" y="1001684"/>
                </a:lnTo>
                <a:lnTo>
                  <a:pt x="1077138" y="1002224"/>
                </a:lnTo>
                <a:lnTo>
                  <a:pt x="1076647" y="1002803"/>
                </a:lnTo>
                <a:lnTo>
                  <a:pt x="1076130" y="1003418"/>
                </a:lnTo>
                <a:lnTo>
                  <a:pt x="1075590" y="1004064"/>
                </a:lnTo>
                <a:lnTo>
                  <a:pt x="1075031" y="1004736"/>
                </a:lnTo>
                <a:lnTo>
                  <a:pt x="1074457" y="1005430"/>
                </a:lnTo>
                <a:lnTo>
                  <a:pt x="1073870" y="1006142"/>
                </a:lnTo>
                <a:lnTo>
                  <a:pt x="1073276" y="1006868"/>
                </a:lnTo>
                <a:lnTo>
                  <a:pt x="1072677" y="1007602"/>
                </a:lnTo>
                <a:lnTo>
                  <a:pt x="1071996" y="1008430"/>
                </a:lnTo>
                <a:lnTo>
                  <a:pt x="1071161" y="1009413"/>
                </a:lnTo>
                <a:lnTo>
                  <a:pt x="1070184" y="1010538"/>
                </a:lnTo>
                <a:lnTo>
                  <a:pt x="1069077" y="1011792"/>
                </a:lnTo>
                <a:lnTo>
                  <a:pt x="1067851" y="1013163"/>
                </a:lnTo>
                <a:lnTo>
                  <a:pt x="1066519" y="1014638"/>
                </a:lnTo>
                <a:lnTo>
                  <a:pt x="1065091" y="1016204"/>
                </a:lnTo>
                <a:lnTo>
                  <a:pt x="1063581" y="1017849"/>
                </a:lnTo>
                <a:lnTo>
                  <a:pt x="1061998" y="1019559"/>
                </a:lnTo>
                <a:lnTo>
                  <a:pt x="1060357" y="1021323"/>
                </a:lnTo>
                <a:lnTo>
                  <a:pt x="1058667" y="1023127"/>
                </a:lnTo>
                <a:lnTo>
                  <a:pt x="1056941" y="1024959"/>
                </a:lnTo>
                <a:lnTo>
                  <a:pt x="1055191" y="1026806"/>
                </a:lnTo>
                <a:lnTo>
                  <a:pt x="1053428" y="1028655"/>
                </a:lnTo>
                <a:lnTo>
                  <a:pt x="1051665" y="1030494"/>
                </a:lnTo>
                <a:lnTo>
                  <a:pt x="1049912" y="1032310"/>
                </a:lnTo>
                <a:lnTo>
                  <a:pt x="1042316" y="1040058"/>
                </a:lnTo>
                <a:lnTo>
                  <a:pt x="1034857" y="1047467"/>
                </a:lnTo>
                <a:lnTo>
                  <a:pt x="1027487" y="1054573"/>
                </a:lnTo>
                <a:lnTo>
                  <a:pt x="1020159" y="1061415"/>
                </a:lnTo>
                <a:lnTo>
                  <a:pt x="1012824" y="1068031"/>
                </a:lnTo>
                <a:lnTo>
                  <a:pt x="1005433" y="1074459"/>
                </a:lnTo>
                <a:lnTo>
                  <a:pt x="997939" y="1080737"/>
                </a:lnTo>
                <a:lnTo>
                  <a:pt x="990294" y="1086904"/>
                </a:lnTo>
                <a:lnTo>
                  <a:pt x="982449" y="1092997"/>
                </a:lnTo>
                <a:lnTo>
                  <a:pt x="974356" y="1099054"/>
                </a:lnTo>
                <a:lnTo>
                  <a:pt x="965967" y="1105115"/>
                </a:lnTo>
                <a:lnTo>
                  <a:pt x="957234" y="1111216"/>
                </a:lnTo>
                <a:lnTo>
                  <a:pt x="948109" y="1117396"/>
                </a:lnTo>
                <a:lnTo>
                  <a:pt x="938542" y="1123693"/>
                </a:lnTo>
                <a:lnTo>
                  <a:pt x="928488" y="1130145"/>
                </a:lnTo>
                <a:lnTo>
                  <a:pt x="917896" y="1136790"/>
                </a:lnTo>
                <a:lnTo>
                  <a:pt x="916027" y="1137864"/>
                </a:lnTo>
                <a:lnTo>
                  <a:pt x="913098" y="1139435"/>
                </a:lnTo>
                <a:lnTo>
                  <a:pt x="909251" y="1141432"/>
                </a:lnTo>
                <a:lnTo>
                  <a:pt x="904634" y="1143784"/>
                </a:lnTo>
                <a:lnTo>
                  <a:pt x="899389" y="1146422"/>
                </a:lnTo>
                <a:lnTo>
                  <a:pt x="893663" y="1149273"/>
                </a:lnTo>
                <a:lnTo>
                  <a:pt x="887600" y="1152268"/>
                </a:lnTo>
                <a:lnTo>
                  <a:pt x="881345" y="1155335"/>
                </a:lnTo>
                <a:lnTo>
                  <a:pt x="875042" y="1158404"/>
                </a:lnTo>
                <a:lnTo>
                  <a:pt x="868837" y="1161404"/>
                </a:lnTo>
                <a:lnTo>
                  <a:pt x="862875" y="1164264"/>
                </a:lnTo>
                <a:lnTo>
                  <a:pt x="857300" y="1166914"/>
                </a:lnTo>
                <a:lnTo>
                  <a:pt x="852258" y="1169283"/>
                </a:lnTo>
                <a:lnTo>
                  <a:pt x="847892" y="1171299"/>
                </a:lnTo>
                <a:lnTo>
                  <a:pt x="844349" y="1172894"/>
                </a:lnTo>
                <a:lnTo>
                  <a:pt x="841772" y="1173994"/>
                </a:lnTo>
                <a:lnTo>
                  <a:pt x="840668" y="1174437"/>
                </a:lnTo>
                <a:lnTo>
                  <a:pt x="839487" y="1174912"/>
                </a:lnTo>
                <a:lnTo>
                  <a:pt x="838238" y="1175414"/>
                </a:lnTo>
                <a:lnTo>
                  <a:pt x="836933" y="1175940"/>
                </a:lnTo>
                <a:lnTo>
                  <a:pt x="835582" y="1176485"/>
                </a:lnTo>
                <a:lnTo>
                  <a:pt x="834196" y="1177045"/>
                </a:lnTo>
                <a:lnTo>
                  <a:pt x="832786" y="1177615"/>
                </a:lnTo>
                <a:lnTo>
                  <a:pt x="831362" y="1178190"/>
                </a:lnTo>
                <a:lnTo>
                  <a:pt x="829936" y="1178767"/>
                </a:lnTo>
                <a:lnTo>
                  <a:pt x="828518" y="1179341"/>
                </a:lnTo>
                <a:lnTo>
                  <a:pt x="827120" y="1179907"/>
                </a:lnTo>
                <a:lnTo>
                  <a:pt x="825751" y="1180461"/>
                </a:lnTo>
                <a:lnTo>
                  <a:pt x="824422" y="1180999"/>
                </a:lnTo>
                <a:lnTo>
                  <a:pt x="823145" y="1181517"/>
                </a:lnTo>
                <a:lnTo>
                  <a:pt x="821930" y="1182009"/>
                </a:lnTo>
                <a:lnTo>
                  <a:pt x="820788" y="1182472"/>
                </a:lnTo>
                <a:lnTo>
                  <a:pt x="819687" y="1182908"/>
                </a:lnTo>
                <a:lnTo>
                  <a:pt x="818577" y="1183333"/>
                </a:lnTo>
                <a:lnTo>
                  <a:pt x="817467" y="1183745"/>
                </a:lnTo>
                <a:lnTo>
                  <a:pt x="816363" y="1184140"/>
                </a:lnTo>
                <a:lnTo>
                  <a:pt x="815273" y="1184518"/>
                </a:lnTo>
                <a:lnTo>
                  <a:pt x="814206" y="1184876"/>
                </a:lnTo>
                <a:lnTo>
                  <a:pt x="813167" y="1185211"/>
                </a:lnTo>
                <a:lnTo>
                  <a:pt x="812166" y="1185521"/>
                </a:lnTo>
                <a:lnTo>
                  <a:pt x="811209" y="1185804"/>
                </a:lnTo>
                <a:lnTo>
                  <a:pt x="810304" y="1186057"/>
                </a:lnTo>
                <a:lnTo>
                  <a:pt x="809458" y="1186279"/>
                </a:lnTo>
                <a:lnTo>
                  <a:pt x="808680" y="1186467"/>
                </a:lnTo>
                <a:lnTo>
                  <a:pt x="807976" y="1186619"/>
                </a:lnTo>
                <a:lnTo>
                  <a:pt x="807354" y="1186732"/>
                </a:lnTo>
                <a:lnTo>
                  <a:pt x="806822" y="1186805"/>
                </a:lnTo>
                <a:lnTo>
                  <a:pt x="806387" y="1186834"/>
                </a:lnTo>
                <a:lnTo>
                  <a:pt x="805964" y="1186860"/>
                </a:lnTo>
                <a:lnTo>
                  <a:pt x="805470" y="1186926"/>
                </a:lnTo>
                <a:lnTo>
                  <a:pt x="804910" y="1187031"/>
                </a:lnTo>
                <a:lnTo>
                  <a:pt x="804289" y="1187171"/>
                </a:lnTo>
                <a:lnTo>
                  <a:pt x="803615" y="1187344"/>
                </a:lnTo>
                <a:lnTo>
                  <a:pt x="802893" y="1187550"/>
                </a:lnTo>
                <a:lnTo>
                  <a:pt x="802130" y="1187785"/>
                </a:lnTo>
                <a:lnTo>
                  <a:pt x="801331" y="1188047"/>
                </a:lnTo>
                <a:lnTo>
                  <a:pt x="800503" y="1188335"/>
                </a:lnTo>
                <a:lnTo>
                  <a:pt x="799652" y="1188646"/>
                </a:lnTo>
                <a:lnTo>
                  <a:pt x="798784" y="1188978"/>
                </a:lnTo>
                <a:lnTo>
                  <a:pt x="797905" y="1189329"/>
                </a:lnTo>
                <a:lnTo>
                  <a:pt x="797022" y="1189698"/>
                </a:lnTo>
                <a:lnTo>
                  <a:pt x="796139" y="1190080"/>
                </a:lnTo>
                <a:lnTo>
                  <a:pt x="795265" y="1190476"/>
                </a:lnTo>
                <a:lnTo>
                  <a:pt x="794404" y="1190882"/>
                </a:lnTo>
                <a:lnTo>
                  <a:pt x="793541" y="1191288"/>
                </a:lnTo>
                <a:lnTo>
                  <a:pt x="792654" y="1191684"/>
                </a:lnTo>
                <a:lnTo>
                  <a:pt x="791752" y="1192067"/>
                </a:lnTo>
                <a:lnTo>
                  <a:pt x="790841" y="1192435"/>
                </a:lnTo>
                <a:lnTo>
                  <a:pt x="789926" y="1192786"/>
                </a:lnTo>
                <a:lnTo>
                  <a:pt x="789016" y="1193119"/>
                </a:lnTo>
                <a:lnTo>
                  <a:pt x="788115" y="1193430"/>
                </a:lnTo>
                <a:lnTo>
                  <a:pt x="787231" y="1193718"/>
                </a:lnTo>
                <a:lnTo>
                  <a:pt x="786369" y="1193981"/>
                </a:lnTo>
                <a:lnTo>
                  <a:pt x="785538" y="1194217"/>
                </a:lnTo>
                <a:lnTo>
                  <a:pt x="784743" y="1194423"/>
                </a:lnTo>
                <a:lnTo>
                  <a:pt x="783990" y="1194598"/>
                </a:lnTo>
                <a:lnTo>
                  <a:pt x="783286" y="1194739"/>
                </a:lnTo>
                <a:lnTo>
                  <a:pt x="782638" y="1194844"/>
                </a:lnTo>
                <a:lnTo>
                  <a:pt x="782053" y="1194912"/>
                </a:lnTo>
                <a:lnTo>
                  <a:pt x="781536" y="1194940"/>
                </a:lnTo>
                <a:lnTo>
                  <a:pt x="781005" y="1194967"/>
                </a:lnTo>
                <a:lnTo>
                  <a:pt x="780369" y="1195034"/>
                </a:lnTo>
                <a:lnTo>
                  <a:pt x="779635" y="1195137"/>
                </a:lnTo>
                <a:lnTo>
                  <a:pt x="778813" y="1195275"/>
                </a:lnTo>
                <a:lnTo>
                  <a:pt x="777910" y="1195447"/>
                </a:lnTo>
                <a:lnTo>
                  <a:pt x="776935" y="1195649"/>
                </a:lnTo>
                <a:lnTo>
                  <a:pt x="775897" y="1195880"/>
                </a:lnTo>
                <a:lnTo>
                  <a:pt x="774804" y="1196138"/>
                </a:lnTo>
                <a:lnTo>
                  <a:pt x="773664" y="1196420"/>
                </a:lnTo>
                <a:lnTo>
                  <a:pt x="772486" y="1196726"/>
                </a:lnTo>
                <a:lnTo>
                  <a:pt x="771278" y="1197052"/>
                </a:lnTo>
                <a:lnTo>
                  <a:pt x="770049" y="1197396"/>
                </a:lnTo>
                <a:lnTo>
                  <a:pt x="768806" y="1197758"/>
                </a:lnTo>
                <a:lnTo>
                  <a:pt x="767560" y="1198134"/>
                </a:lnTo>
                <a:lnTo>
                  <a:pt x="766317" y="1198522"/>
                </a:lnTo>
                <a:lnTo>
                  <a:pt x="765086" y="1198921"/>
                </a:lnTo>
                <a:lnTo>
                  <a:pt x="763838" y="1199333"/>
                </a:lnTo>
                <a:lnTo>
                  <a:pt x="762541" y="1199747"/>
                </a:lnTo>
                <a:lnTo>
                  <a:pt x="761205" y="1200159"/>
                </a:lnTo>
                <a:lnTo>
                  <a:pt x="759840" y="1200566"/>
                </a:lnTo>
                <a:lnTo>
                  <a:pt x="758457" y="1200967"/>
                </a:lnTo>
                <a:lnTo>
                  <a:pt x="757066" y="1201358"/>
                </a:lnTo>
                <a:lnTo>
                  <a:pt x="755677" y="1201737"/>
                </a:lnTo>
                <a:lnTo>
                  <a:pt x="754301" y="1202101"/>
                </a:lnTo>
                <a:lnTo>
                  <a:pt x="752948" y="1202448"/>
                </a:lnTo>
                <a:lnTo>
                  <a:pt x="751629" y="1202775"/>
                </a:lnTo>
                <a:lnTo>
                  <a:pt x="750353" y="1203078"/>
                </a:lnTo>
                <a:lnTo>
                  <a:pt x="749131" y="1203356"/>
                </a:lnTo>
                <a:lnTo>
                  <a:pt x="747973" y="1203606"/>
                </a:lnTo>
                <a:lnTo>
                  <a:pt x="746890" y="1203825"/>
                </a:lnTo>
                <a:lnTo>
                  <a:pt x="745891" y="1204011"/>
                </a:lnTo>
                <a:lnTo>
                  <a:pt x="744988" y="1204160"/>
                </a:lnTo>
                <a:lnTo>
                  <a:pt x="744079" y="1204308"/>
                </a:lnTo>
                <a:lnTo>
                  <a:pt x="743060" y="1204482"/>
                </a:lnTo>
                <a:lnTo>
                  <a:pt x="741942" y="1204680"/>
                </a:lnTo>
                <a:lnTo>
                  <a:pt x="740735" y="1204901"/>
                </a:lnTo>
                <a:lnTo>
                  <a:pt x="739452" y="1205141"/>
                </a:lnTo>
                <a:lnTo>
                  <a:pt x="738102" y="1205398"/>
                </a:lnTo>
                <a:lnTo>
                  <a:pt x="736696" y="1205671"/>
                </a:lnTo>
                <a:lnTo>
                  <a:pt x="735247" y="1205957"/>
                </a:lnTo>
                <a:lnTo>
                  <a:pt x="733764" y="1206253"/>
                </a:lnTo>
                <a:lnTo>
                  <a:pt x="732259" y="1206558"/>
                </a:lnTo>
                <a:lnTo>
                  <a:pt x="730742" y="1206870"/>
                </a:lnTo>
                <a:lnTo>
                  <a:pt x="729226" y="1207186"/>
                </a:lnTo>
                <a:lnTo>
                  <a:pt x="727720" y="1207504"/>
                </a:lnTo>
                <a:lnTo>
                  <a:pt x="726235" y="1207821"/>
                </a:lnTo>
                <a:lnTo>
                  <a:pt x="724784" y="1208136"/>
                </a:lnTo>
                <a:lnTo>
                  <a:pt x="723376" y="1208446"/>
                </a:lnTo>
                <a:lnTo>
                  <a:pt x="721825" y="1208771"/>
                </a:lnTo>
                <a:lnTo>
                  <a:pt x="719951" y="1209129"/>
                </a:lnTo>
                <a:lnTo>
                  <a:pt x="717778" y="1209516"/>
                </a:lnTo>
                <a:lnTo>
                  <a:pt x="715332" y="1209929"/>
                </a:lnTo>
                <a:lnTo>
                  <a:pt x="712639" y="1210364"/>
                </a:lnTo>
                <a:lnTo>
                  <a:pt x="709724" y="1210817"/>
                </a:lnTo>
                <a:lnTo>
                  <a:pt x="706613" y="1211285"/>
                </a:lnTo>
                <a:lnTo>
                  <a:pt x="703331" y="1211763"/>
                </a:lnTo>
                <a:lnTo>
                  <a:pt x="699903" y="1212250"/>
                </a:lnTo>
                <a:lnTo>
                  <a:pt x="696355" y="1212739"/>
                </a:lnTo>
                <a:lnTo>
                  <a:pt x="692712" y="1213229"/>
                </a:lnTo>
                <a:lnTo>
                  <a:pt x="689000" y="1213716"/>
                </a:lnTo>
                <a:lnTo>
                  <a:pt x="685245" y="1214195"/>
                </a:lnTo>
                <a:lnTo>
                  <a:pt x="681471" y="1214663"/>
                </a:lnTo>
                <a:lnTo>
                  <a:pt x="677704" y="1215117"/>
                </a:lnTo>
                <a:lnTo>
                  <a:pt x="673970" y="1215552"/>
                </a:lnTo>
                <a:lnTo>
                  <a:pt x="651885" y="1217687"/>
                </a:lnTo>
                <a:lnTo>
                  <a:pt x="629733" y="1218950"/>
                </a:lnTo>
                <a:lnTo>
                  <a:pt x="607548" y="1219338"/>
                </a:lnTo>
                <a:lnTo>
                  <a:pt x="585365" y="1218851"/>
                </a:lnTo>
                <a:lnTo>
                  <a:pt x="563219" y="1217490"/>
                </a:lnTo>
                <a:lnTo>
                  <a:pt x="541144" y="1215257"/>
                </a:lnTo>
                <a:close/>
                <a:moveTo>
                  <a:pt x="585940" y="1096194"/>
                </a:moveTo>
                <a:lnTo>
                  <a:pt x="586476" y="1095751"/>
                </a:lnTo>
                <a:lnTo>
                  <a:pt x="587011" y="1095262"/>
                </a:lnTo>
                <a:lnTo>
                  <a:pt x="587541" y="1094731"/>
                </a:lnTo>
                <a:lnTo>
                  <a:pt x="588064" y="1094163"/>
                </a:lnTo>
                <a:lnTo>
                  <a:pt x="588575" y="1093565"/>
                </a:lnTo>
                <a:lnTo>
                  <a:pt x="589072" y="1092941"/>
                </a:lnTo>
                <a:lnTo>
                  <a:pt x="589551" y="1092296"/>
                </a:lnTo>
                <a:lnTo>
                  <a:pt x="590009" y="1091635"/>
                </a:lnTo>
                <a:lnTo>
                  <a:pt x="590443" y="1090964"/>
                </a:lnTo>
                <a:lnTo>
                  <a:pt x="590849" y="1090288"/>
                </a:lnTo>
                <a:lnTo>
                  <a:pt x="591225" y="1089612"/>
                </a:lnTo>
                <a:lnTo>
                  <a:pt x="591566" y="1088941"/>
                </a:lnTo>
                <a:lnTo>
                  <a:pt x="591869" y="1088280"/>
                </a:lnTo>
                <a:lnTo>
                  <a:pt x="592132" y="1087635"/>
                </a:lnTo>
                <a:lnTo>
                  <a:pt x="592350" y="1087011"/>
                </a:lnTo>
                <a:lnTo>
                  <a:pt x="592522" y="1086412"/>
                </a:lnTo>
                <a:lnTo>
                  <a:pt x="595933" y="1078967"/>
                </a:lnTo>
                <a:lnTo>
                  <a:pt x="604989" y="1060286"/>
                </a:lnTo>
                <a:lnTo>
                  <a:pt x="618890" y="1031973"/>
                </a:lnTo>
                <a:lnTo>
                  <a:pt x="636835" y="995634"/>
                </a:lnTo>
                <a:lnTo>
                  <a:pt x="658023" y="952874"/>
                </a:lnTo>
                <a:lnTo>
                  <a:pt x="681654" y="905297"/>
                </a:lnTo>
                <a:lnTo>
                  <a:pt x="706928" y="854509"/>
                </a:lnTo>
                <a:lnTo>
                  <a:pt x="733043" y="802116"/>
                </a:lnTo>
                <a:lnTo>
                  <a:pt x="759199" y="749721"/>
                </a:lnTo>
                <a:lnTo>
                  <a:pt x="784595" y="698931"/>
                </a:lnTo>
                <a:lnTo>
                  <a:pt x="808431" y="651351"/>
                </a:lnTo>
                <a:lnTo>
                  <a:pt x="829906" y="608585"/>
                </a:lnTo>
                <a:lnTo>
                  <a:pt x="848220" y="572239"/>
                </a:lnTo>
                <a:lnTo>
                  <a:pt x="862571" y="543917"/>
                </a:lnTo>
                <a:lnTo>
                  <a:pt x="872160" y="525226"/>
                </a:lnTo>
                <a:lnTo>
                  <a:pt x="876186" y="517769"/>
                </a:lnTo>
                <a:lnTo>
                  <a:pt x="876962" y="516628"/>
                </a:lnTo>
                <a:lnTo>
                  <a:pt x="877645" y="515419"/>
                </a:lnTo>
                <a:lnTo>
                  <a:pt x="878233" y="514154"/>
                </a:lnTo>
                <a:lnTo>
                  <a:pt x="878725" y="512850"/>
                </a:lnTo>
                <a:lnTo>
                  <a:pt x="879122" y="511518"/>
                </a:lnTo>
                <a:lnTo>
                  <a:pt x="879422" y="510175"/>
                </a:lnTo>
                <a:lnTo>
                  <a:pt x="879625" y="508833"/>
                </a:lnTo>
                <a:lnTo>
                  <a:pt x="879730" y="507507"/>
                </a:lnTo>
                <a:lnTo>
                  <a:pt x="879737" y="506212"/>
                </a:lnTo>
                <a:lnTo>
                  <a:pt x="879644" y="504960"/>
                </a:lnTo>
                <a:lnTo>
                  <a:pt x="879451" y="503767"/>
                </a:lnTo>
                <a:lnTo>
                  <a:pt x="879158" y="502646"/>
                </a:lnTo>
                <a:lnTo>
                  <a:pt x="878764" y="501611"/>
                </a:lnTo>
                <a:lnTo>
                  <a:pt x="878267" y="500677"/>
                </a:lnTo>
                <a:lnTo>
                  <a:pt x="877669" y="499858"/>
                </a:lnTo>
                <a:lnTo>
                  <a:pt x="876967" y="499167"/>
                </a:lnTo>
                <a:lnTo>
                  <a:pt x="876280" y="498847"/>
                </a:lnTo>
                <a:lnTo>
                  <a:pt x="874992" y="498555"/>
                </a:lnTo>
                <a:lnTo>
                  <a:pt x="873075" y="498290"/>
                </a:lnTo>
                <a:lnTo>
                  <a:pt x="870499" y="498051"/>
                </a:lnTo>
                <a:lnTo>
                  <a:pt x="867235" y="497838"/>
                </a:lnTo>
                <a:lnTo>
                  <a:pt x="863254" y="497649"/>
                </a:lnTo>
                <a:lnTo>
                  <a:pt x="858527" y="497484"/>
                </a:lnTo>
                <a:lnTo>
                  <a:pt x="853026" y="497342"/>
                </a:lnTo>
                <a:lnTo>
                  <a:pt x="846720" y="497222"/>
                </a:lnTo>
                <a:lnTo>
                  <a:pt x="839581" y="497124"/>
                </a:lnTo>
                <a:lnTo>
                  <a:pt x="831579" y="497046"/>
                </a:lnTo>
                <a:lnTo>
                  <a:pt x="822687" y="496988"/>
                </a:lnTo>
                <a:lnTo>
                  <a:pt x="812874" y="496949"/>
                </a:lnTo>
                <a:lnTo>
                  <a:pt x="802111" y="496928"/>
                </a:lnTo>
                <a:lnTo>
                  <a:pt x="790370" y="496925"/>
                </a:lnTo>
                <a:lnTo>
                  <a:pt x="777621" y="496938"/>
                </a:lnTo>
                <a:lnTo>
                  <a:pt x="767781" y="496959"/>
                </a:lnTo>
                <a:lnTo>
                  <a:pt x="758189" y="496978"/>
                </a:lnTo>
                <a:lnTo>
                  <a:pt x="748898" y="496995"/>
                </a:lnTo>
                <a:lnTo>
                  <a:pt x="739957" y="497010"/>
                </a:lnTo>
                <a:lnTo>
                  <a:pt x="731417" y="497023"/>
                </a:lnTo>
                <a:lnTo>
                  <a:pt x="723329" y="497035"/>
                </a:lnTo>
                <a:lnTo>
                  <a:pt x="715744" y="497045"/>
                </a:lnTo>
                <a:lnTo>
                  <a:pt x="708714" y="497053"/>
                </a:lnTo>
                <a:lnTo>
                  <a:pt x="702287" y="497059"/>
                </a:lnTo>
                <a:lnTo>
                  <a:pt x="696517" y="497063"/>
                </a:lnTo>
                <a:lnTo>
                  <a:pt x="691452" y="497066"/>
                </a:lnTo>
                <a:lnTo>
                  <a:pt x="687145" y="497067"/>
                </a:lnTo>
                <a:lnTo>
                  <a:pt x="683646" y="497066"/>
                </a:lnTo>
                <a:lnTo>
                  <a:pt x="681005" y="497063"/>
                </a:lnTo>
                <a:lnTo>
                  <a:pt x="679274" y="497059"/>
                </a:lnTo>
                <a:lnTo>
                  <a:pt x="678504" y="497053"/>
                </a:lnTo>
                <a:lnTo>
                  <a:pt x="678120" y="496604"/>
                </a:lnTo>
                <a:lnTo>
                  <a:pt x="677774" y="495208"/>
                </a:lnTo>
                <a:lnTo>
                  <a:pt x="677466" y="492745"/>
                </a:lnTo>
                <a:lnTo>
                  <a:pt x="677193" y="489097"/>
                </a:lnTo>
                <a:lnTo>
                  <a:pt x="676954" y="484145"/>
                </a:lnTo>
                <a:lnTo>
                  <a:pt x="676747" y="477770"/>
                </a:lnTo>
                <a:lnTo>
                  <a:pt x="676571" y="469855"/>
                </a:lnTo>
                <a:lnTo>
                  <a:pt x="676424" y="460279"/>
                </a:lnTo>
                <a:lnTo>
                  <a:pt x="676305" y="448925"/>
                </a:lnTo>
                <a:lnTo>
                  <a:pt x="676212" y="435673"/>
                </a:lnTo>
                <a:lnTo>
                  <a:pt x="676144" y="420406"/>
                </a:lnTo>
                <a:lnTo>
                  <a:pt x="676100" y="403004"/>
                </a:lnTo>
                <a:lnTo>
                  <a:pt x="676077" y="383349"/>
                </a:lnTo>
                <a:lnTo>
                  <a:pt x="676074" y="361322"/>
                </a:lnTo>
                <a:lnTo>
                  <a:pt x="676090" y="336804"/>
                </a:lnTo>
                <a:lnTo>
                  <a:pt x="676123" y="309677"/>
                </a:lnTo>
                <a:lnTo>
                  <a:pt x="676144" y="290583"/>
                </a:lnTo>
                <a:lnTo>
                  <a:pt x="676151" y="272003"/>
                </a:lnTo>
                <a:lnTo>
                  <a:pt x="676144" y="254035"/>
                </a:lnTo>
                <a:lnTo>
                  <a:pt x="676123" y="236774"/>
                </a:lnTo>
                <a:lnTo>
                  <a:pt x="676090" y="220319"/>
                </a:lnTo>
                <a:lnTo>
                  <a:pt x="676045" y="204767"/>
                </a:lnTo>
                <a:lnTo>
                  <a:pt x="675988" y="190213"/>
                </a:lnTo>
                <a:lnTo>
                  <a:pt x="675920" y="176757"/>
                </a:lnTo>
                <a:lnTo>
                  <a:pt x="675842" y="164493"/>
                </a:lnTo>
                <a:lnTo>
                  <a:pt x="675754" y="153521"/>
                </a:lnTo>
                <a:lnTo>
                  <a:pt x="675656" y="143936"/>
                </a:lnTo>
                <a:lnTo>
                  <a:pt x="675549" y="135836"/>
                </a:lnTo>
                <a:lnTo>
                  <a:pt x="675435" y="129318"/>
                </a:lnTo>
                <a:lnTo>
                  <a:pt x="675312" y="124478"/>
                </a:lnTo>
                <a:lnTo>
                  <a:pt x="675182" y="121415"/>
                </a:lnTo>
                <a:lnTo>
                  <a:pt x="675046" y="120225"/>
                </a:lnTo>
                <a:lnTo>
                  <a:pt x="674882" y="120002"/>
                </a:lnTo>
                <a:lnTo>
                  <a:pt x="674671" y="119787"/>
                </a:lnTo>
                <a:lnTo>
                  <a:pt x="674415" y="119579"/>
                </a:lnTo>
                <a:lnTo>
                  <a:pt x="674119" y="119380"/>
                </a:lnTo>
                <a:lnTo>
                  <a:pt x="673785" y="119191"/>
                </a:lnTo>
                <a:lnTo>
                  <a:pt x="673416" y="119013"/>
                </a:lnTo>
                <a:lnTo>
                  <a:pt x="673017" y="118847"/>
                </a:lnTo>
                <a:lnTo>
                  <a:pt x="672590" y="118693"/>
                </a:lnTo>
                <a:lnTo>
                  <a:pt x="672139" y="118554"/>
                </a:lnTo>
                <a:lnTo>
                  <a:pt x="671666" y="118430"/>
                </a:lnTo>
                <a:lnTo>
                  <a:pt x="671175" y="118322"/>
                </a:lnTo>
                <a:lnTo>
                  <a:pt x="670670" y="118231"/>
                </a:lnTo>
                <a:lnTo>
                  <a:pt x="670154" y="118159"/>
                </a:lnTo>
                <a:lnTo>
                  <a:pt x="669629" y="118106"/>
                </a:lnTo>
                <a:lnTo>
                  <a:pt x="669100" y="118073"/>
                </a:lnTo>
                <a:lnTo>
                  <a:pt x="668569" y="118062"/>
                </a:lnTo>
                <a:lnTo>
                  <a:pt x="667847" y="118083"/>
                </a:lnTo>
                <a:lnTo>
                  <a:pt x="667170" y="118148"/>
                </a:lnTo>
                <a:lnTo>
                  <a:pt x="666536" y="118260"/>
                </a:lnTo>
                <a:lnTo>
                  <a:pt x="665939" y="118424"/>
                </a:lnTo>
                <a:lnTo>
                  <a:pt x="665376" y="118643"/>
                </a:lnTo>
                <a:lnTo>
                  <a:pt x="664843" y="118920"/>
                </a:lnTo>
                <a:lnTo>
                  <a:pt x="664336" y="119261"/>
                </a:lnTo>
                <a:lnTo>
                  <a:pt x="663851" y="119667"/>
                </a:lnTo>
                <a:lnTo>
                  <a:pt x="663384" y="120144"/>
                </a:lnTo>
                <a:lnTo>
                  <a:pt x="662930" y="120695"/>
                </a:lnTo>
                <a:lnTo>
                  <a:pt x="662487" y="121323"/>
                </a:lnTo>
                <a:lnTo>
                  <a:pt x="662050" y="122033"/>
                </a:lnTo>
                <a:lnTo>
                  <a:pt x="661615" y="122827"/>
                </a:lnTo>
                <a:lnTo>
                  <a:pt x="661178" y="123710"/>
                </a:lnTo>
                <a:lnTo>
                  <a:pt x="660735" y="124686"/>
                </a:lnTo>
                <a:lnTo>
                  <a:pt x="660283" y="125759"/>
                </a:lnTo>
                <a:lnTo>
                  <a:pt x="659311" y="128030"/>
                </a:lnTo>
                <a:lnTo>
                  <a:pt x="658088" y="130752"/>
                </a:lnTo>
                <a:lnTo>
                  <a:pt x="656553" y="134043"/>
                </a:lnTo>
                <a:lnTo>
                  <a:pt x="654647" y="138022"/>
                </a:lnTo>
                <a:lnTo>
                  <a:pt x="652308" y="142809"/>
                </a:lnTo>
                <a:lnTo>
                  <a:pt x="649476" y="148522"/>
                </a:lnTo>
                <a:lnTo>
                  <a:pt x="646091" y="155280"/>
                </a:lnTo>
                <a:lnTo>
                  <a:pt x="642092" y="163203"/>
                </a:lnTo>
                <a:lnTo>
                  <a:pt x="637420" y="172408"/>
                </a:lnTo>
                <a:lnTo>
                  <a:pt x="632013" y="183017"/>
                </a:lnTo>
                <a:lnTo>
                  <a:pt x="625811" y="195146"/>
                </a:lnTo>
                <a:lnTo>
                  <a:pt x="618754" y="208916"/>
                </a:lnTo>
                <a:lnTo>
                  <a:pt x="610782" y="224445"/>
                </a:lnTo>
                <a:lnTo>
                  <a:pt x="601834" y="241852"/>
                </a:lnTo>
                <a:lnTo>
                  <a:pt x="591849" y="261257"/>
                </a:lnTo>
                <a:lnTo>
                  <a:pt x="580768" y="282778"/>
                </a:lnTo>
                <a:lnTo>
                  <a:pt x="574317" y="295297"/>
                </a:lnTo>
                <a:lnTo>
                  <a:pt x="567872" y="307818"/>
                </a:lnTo>
                <a:lnTo>
                  <a:pt x="561432" y="320342"/>
                </a:lnTo>
                <a:lnTo>
                  <a:pt x="554998" y="332869"/>
                </a:lnTo>
                <a:lnTo>
                  <a:pt x="548568" y="345398"/>
                </a:lnTo>
                <a:lnTo>
                  <a:pt x="542144" y="357930"/>
                </a:lnTo>
                <a:lnTo>
                  <a:pt x="540008" y="362108"/>
                </a:lnTo>
                <a:lnTo>
                  <a:pt x="537743" y="366534"/>
                </a:lnTo>
                <a:lnTo>
                  <a:pt x="535369" y="371171"/>
                </a:lnTo>
                <a:lnTo>
                  <a:pt x="532905" y="375980"/>
                </a:lnTo>
                <a:lnTo>
                  <a:pt x="530371" y="380923"/>
                </a:lnTo>
                <a:lnTo>
                  <a:pt x="527788" y="385961"/>
                </a:lnTo>
                <a:lnTo>
                  <a:pt x="525175" y="391055"/>
                </a:lnTo>
                <a:lnTo>
                  <a:pt x="522552" y="396167"/>
                </a:lnTo>
                <a:lnTo>
                  <a:pt x="519939" y="401259"/>
                </a:lnTo>
                <a:lnTo>
                  <a:pt x="517356" y="406291"/>
                </a:lnTo>
                <a:lnTo>
                  <a:pt x="514822" y="411226"/>
                </a:lnTo>
                <a:lnTo>
                  <a:pt x="512359" y="416024"/>
                </a:lnTo>
                <a:lnTo>
                  <a:pt x="509984" y="420647"/>
                </a:lnTo>
                <a:lnTo>
                  <a:pt x="507719" y="425057"/>
                </a:lnTo>
                <a:lnTo>
                  <a:pt x="505583" y="429215"/>
                </a:lnTo>
                <a:lnTo>
                  <a:pt x="503596" y="433083"/>
                </a:lnTo>
                <a:lnTo>
                  <a:pt x="489923" y="459675"/>
                </a:lnTo>
                <a:lnTo>
                  <a:pt x="476259" y="486273"/>
                </a:lnTo>
                <a:lnTo>
                  <a:pt x="462605" y="512875"/>
                </a:lnTo>
                <a:lnTo>
                  <a:pt x="448961" y="539483"/>
                </a:lnTo>
                <a:lnTo>
                  <a:pt x="435326" y="566095"/>
                </a:lnTo>
                <a:lnTo>
                  <a:pt x="421700" y="592712"/>
                </a:lnTo>
                <a:lnTo>
                  <a:pt x="413365" y="608992"/>
                </a:lnTo>
                <a:lnTo>
                  <a:pt x="405943" y="623483"/>
                </a:lnTo>
                <a:lnTo>
                  <a:pt x="399378" y="636291"/>
                </a:lnTo>
                <a:lnTo>
                  <a:pt x="393616" y="647522"/>
                </a:lnTo>
                <a:lnTo>
                  <a:pt x="388601" y="657282"/>
                </a:lnTo>
                <a:lnTo>
                  <a:pt x="384279" y="665678"/>
                </a:lnTo>
                <a:lnTo>
                  <a:pt x="380594" y="672814"/>
                </a:lnTo>
                <a:lnTo>
                  <a:pt x="377491" y="678797"/>
                </a:lnTo>
                <a:lnTo>
                  <a:pt x="374915" y="683733"/>
                </a:lnTo>
                <a:lnTo>
                  <a:pt x="372811" y="687727"/>
                </a:lnTo>
                <a:lnTo>
                  <a:pt x="371124" y="690886"/>
                </a:lnTo>
                <a:lnTo>
                  <a:pt x="369798" y="693316"/>
                </a:lnTo>
                <a:lnTo>
                  <a:pt x="368778" y="695122"/>
                </a:lnTo>
                <a:lnTo>
                  <a:pt x="368010" y="696411"/>
                </a:lnTo>
                <a:lnTo>
                  <a:pt x="367439" y="697287"/>
                </a:lnTo>
                <a:lnTo>
                  <a:pt x="367008" y="697859"/>
                </a:lnTo>
                <a:lnTo>
                  <a:pt x="366297" y="698814"/>
                </a:lnTo>
                <a:lnTo>
                  <a:pt x="365632" y="699894"/>
                </a:lnTo>
                <a:lnTo>
                  <a:pt x="365016" y="701082"/>
                </a:lnTo>
                <a:lnTo>
                  <a:pt x="364453" y="702357"/>
                </a:lnTo>
                <a:lnTo>
                  <a:pt x="363946" y="703700"/>
                </a:lnTo>
                <a:lnTo>
                  <a:pt x="363500" y="705093"/>
                </a:lnTo>
                <a:lnTo>
                  <a:pt x="363118" y="706517"/>
                </a:lnTo>
                <a:lnTo>
                  <a:pt x="362804" y="707953"/>
                </a:lnTo>
                <a:lnTo>
                  <a:pt x="362561" y="709381"/>
                </a:lnTo>
                <a:lnTo>
                  <a:pt x="362394" y="710783"/>
                </a:lnTo>
                <a:lnTo>
                  <a:pt x="362305" y="712139"/>
                </a:lnTo>
                <a:lnTo>
                  <a:pt x="362300" y="713431"/>
                </a:lnTo>
                <a:lnTo>
                  <a:pt x="362380" y="714640"/>
                </a:lnTo>
                <a:lnTo>
                  <a:pt x="362551" y="715746"/>
                </a:lnTo>
                <a:lnTo>
                  <a:pt x="362816" y="716731"/>
                </a:lnTo>
                <a:lnTo>
                  <a:pt x="363179" y="717575"/>
                </a:lnTo>
                <a:lnTo>
                  <a:pt x="363600" y="718238"/>
                </a:lnTo>
                <a:lnTo>
                  <a:pt x="364204" y="718820"/>
                </a:lnTo>
                <a:lnTo>
                  <a:pt x="365128" y="719328"/>
                </a:lnTo>
                <a:lnTo>
                  <a:pt x="366509" y="719766"/>
                </a:lnTo>
                <a:lnTo>
                  <a:pt x="368482" y="720139"/>
                </a:lnTo>
                <a:lnTo>
                  <a:pt x="371184" y="720452"/>
                </a:lnTo>
                <a:lnTo>
                  <a:pt x="374753" y="720710"/>
                </a:lnTo>
                <a:lnTo>
                  <a:pt x="379324" y="720916"/>
                </a:lnTo>
                <a:lnTo>
                  <a:pt x="385033" y="721077"/>
                </a:lnTo>
                <a:lnTo>
                  <a:pt x="392019" y="721197"/>
                </a:lnTo>
                <a:lnTo>
                  <a:pt x="400416" y="721281"/>
                </a:lnTo>
                <a:lnTo>
                  <a:pt x="410362" y="721334"/>
                </a:lnTo>
                <a:lnTo>
                  <a:pt x="421993" y="721360"/>
                </a:lnTo>
                <a:lnTo>
                  <a:pt x="435446" y="721365"/>
                </a:lnTo>
                <a:lnTo>
                  <a:pt x="450857" y="721352"/>
                </a:lnTo>
                <a:lnTo>
                  <a:pt x="468363" y="721328"/>
                </a:lnTo>
                <a:lnTo>
                  <a:pt x="478870" y="721320"/>
                </a:lnTo>
                <a:lnTo>
                  <a:pt x="489090" y="721320"/>
                </a:lnTo>
                <a:lnTo>
                  <a:pt x="498971" y="721327"/>
                </a:lnTo>
                <a:lnTo>
                  <a:pt x="508459" y="721343"/>
                </a:lnTo>
                <a:lnTo>
                  <a:pt x="517502" y="721365"/>
                </a:lnTo>
                <a:lnTo>
                  <a:pt x="526046" y="721394"/>
                </a:lnTo>
                <a:lnTo>
                  <a:pt x="534037" y="721430"/>
                </a:lnTo>
                <a:lnTo>
                  <a:pt x="541422" y="721472"/>
                </a:lnTo>
                <a:lnTo>
                  <a:pt x="548149" y="721520"/>
                </a:lnTo>
                <a:lnTo>
                  <a:pt x="554164" y="721574"/>
                </a:lnTo>
                <a:lnTo>
                  <a:pt x="559414" y="721633"/>
                </a:lnTo>
                <a:lnTo>
                  <a:pt x="563845" y="721697"/>
                </a:lnTo>
                <a:lnTo>
                  <a:pt x="567404" y="721765"/>
                </a:lnTo>
                <a:lnTo>
                  <a:pt x="570039" y="721838"/>
                </a:lnTo>
                <a:lnTo>
                  <a:pt x="571695" y="721915"/>
                </a:lnTo>
                <a:lnTo>
                  <a:pt x="572319" y="721995"/>
                </a:lnTo>
                <a:lnTo>
                  <a:pt x="572543" y="726209"/>
                </a:lnTo>
                <a:lnTo>
                  <a:pt x="572726" y="737667"/>
                </a:lnTo>
                <a:lnTo>
                  <a:pt x="572870" y="755345"/>
                </a:lnTo>
                <a:lnTo>
                  <a:pt x="572977" y="778221"/>
                </a:lnTo>
                <a:lnTo>
                  <a:pt x="573046" y="805272"/>
                </a:lnTo>
                <a:lnTo>
                  <a:pt x="573081" y="835474"/>
                </a:lnTo>
                <a:lnTo>
                  <a:pt x="573082" y="867805"/>
                </a:lnTo>
                <a:lnTo>
                  <a:pt x="573050" y="901242"/>
                </a:lnTo>
                <a:lnTo>
                  <a:pt x="572988" y="934763"/>
                </a:lnTo>
                <a:lnTo>
                  <a:pt x="572895" y="967343"/>
                </a:lnTo>
                <a:lnTo>
                  <a:pt x="572775" y="997962"/>
                </a:lnTo>
                <a:lnTo>
                  <a:pt x="572627" y="1025594"/>
                </a:lnTo>
                <a:lnTo>
                  <a:pt x="572454" y="1049218"/>
                </a:lnTo>
                <a:lnTo>
                  <a:pt x="572257" y="1067811"/>
                </a:lnTo>
                <a:lnTo>
                  <a:pt x="572037" y="1080350"/>
                </a:lnTo>
                <a:lnTo>
                  <a:pt x="571795" y="1085812"/>
                </a:lnTo>
                <a:lnTo>
                  <a:pt x="571647" y="1086821"/>
                </a:lnTo>
                <a:lnTo>
                  <a:pt x="571533" y="1087773"/>
                </a:lnTo>
                <a:lnTo>
                  <a:pt x="571456" y="1088669"/>
                </a:lnTo>
                <a:lnTo>
                  <a:pt x="571415" y="1089515"/>
                </a:lnTo>
                <a:lnTo>
                  <a:pt x="571412" y="1090312"/>
                </a:lnTo>
                <a:lnTo>
                  <a:pt x="571446" y="1091064"/>
                </a:lnTo>
                <a:lnTo>
                  <a:pt x="571519" y="1091774"/>
                </a:lnTo>
                <a:lnTo>
                  <a:pt x="571632" y="1092446"/>
                </a:lnTo>
                <a:lnTo>
                  <a:pt x="571785" y="1093083"/>
                </a:lnTo>
                <a:lnTo>
                  <a:pt x="571978" y="1093687"/>
                </a:lnTo>
                <a:lnTo>
                  <a:pt x="572213" y="1094263"/>
                </a:lnTo>
                <a:lnTo>
                  <a:pt x="572490" y="1094813"/>
                </a:lnTo>
                <a:lnTo>
                  <a:pt x="572810" y="1095341"/>
                </a:lnTo>
                <a:lnTo>
                  <a:pt x="573174" y="1095850"/>
                </a:lnTo>
                <a:lnTo>
                  <a:pt x="573581" y="1096343"/>
                </a:lnTo>
                <a:lnTo>
                  <a:pt x="574034" y="1096823"/>
                </a:lnTo>
                <a:lnTo>
                  <a:pt x="574820" y="1097594"/>
                </a:lnTo>
                <a:lnTo>
                  <a:pt x="575544" y="1098261"/>
                </a:lnTo>
                <a:lnTo>
                  <a:pt x="576217" y="1098822"/>
                </a:lnTo>
                <a:lnTo>
                  <a:pt x="576853" y="1099278"/>
                </a:lnTo>
                <a:lnTo>
                  <a:pt x="577463" y="1099626"/>
                </a:lnTo>
                <a:lnTo>
                  <a:pt x="578059" y="1099867"/>
                </a:lnTo>
                <a:lnTo>
                  <a:pt x="578653" y="1100000"/>
                </a:lnTo>
                <a:lnTo>
                  <a:pt x="579258" y="1100023"/>
                </a:lnTo>
                <a:lnTo>
                  <a:pt x="579886" y="1099937"/>
                </a:lnTo>
                <a:lnTo>
                  <a:pt x="580549" y="1099740"/>
                </a:lnTo>
                <a:lnTo>
                  <a:pt x="581258" y="1099432"/>
                </a:lnTo>
                <a:lnTo>
                  <a:pt x="582028" y="1099011"/>
                </a:lnTo>
                <a:lnTo>
                  <a:pt x="582868" y="1098478"/>
                </a:lnTo>
                <a:lnTo>
                  <a:pt x="583792" y="1097832"/>
                </a:lnTo>
                <a:lnTo>
                  <a:pt x="584812" y="1097070"/>
                </a:lnTo>
                <a:lnTo>
                  <a:pt x="585940" y="1096194"/>
                </a:lnTo>
                <a:close/>
                <a:moveTo>
                  <a:pt x="585940" y="1096194"/>
                </a:moveTo>
              </a:path>
            </a:pathLst>
          </a:custGeom>
          <a:solidFill xmlns:a="http://schemas.openxmlformats.org/drawingml/2006/main">
            <a:srgbClr val="049688"/>
          </a:solidFill>
          <a:ln xmlns:a="http://schemas.openxmlformats.org/drawingml/2006/main" w="0">
            <a:noFill/>
          </a:ln>
        </p:spPr>
      </p:sp>
      <p:sp>
        <p:nvSpPr>
          <p:cNvPr id="49" name="sqlite vector 1">
            <a:extLst xmlns:a="http://schemas.openxmlformats.org/drawingml/2006/main">
              <a:ext uri="{FF2B5EF4-FFF2-40B4-BE49-F238E27FC236}">
                <a16:creationId xmlns:a16="http://schemas.microsoft.com/office/drawing/2014/main" id="{B7ADF78A-6723-4A8B-A98F-2A10FA2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53100"/>
            <a:ext cx="628650" cy="666750"/>
          </a:xfrm>
          <a:custGeom xmlns:a="http://schemas.openxmlformats.org/drawingml/2006/main">
            <a:pathLst>
              <a:path w="1219200" h="1219200">
                <a:moveTo>
                  <a:pt x="661988" y="944651"/>
                </a:moveTo>
                <a:lnTo>
                  <a:pt x="661885" y="943377"/>
                </a:lnTo>
                <a:lnTo>
                  <a:pt x="661788" y="942164"/>
                </a:lnTo>
                <a:lnTo>
                  <a:pt x="661696" y="941015"/>
                </a:lnTo>
                <a:lnTo>
                  <a:pt x="661611" y="939932"/>
                </a:lnTo>
                <a:lnTo>
                  <a:pt x="661531" y="938919"/>
                </a:lnTo>
                <a:lnTo>
                  <a:pt x="661457" y="937979"/>
                </a:lnTo>
                <a:lnTo>
                  <a:pt x="661390" y="937115"/>
                </a:lnTo>
                <a:lnTo>
                  <a:pt x="661329" y="936329"/>
                </a:lnTo>
                <a:lnTo>
                  <a:pt x="661275" y="935625"/>
                </a:lnTo>
                <a:lnTo>
                  <a:pt x="661227" y="935005"/>
                </a:lnTo>
                <a:lnTo>
                  <a:pt x="661187" y="934472"/>
                </a:lnTo>
                <a:lnTo>
                  <a:pt x="661153" y="934030"/>
                </a:lnTo>
                <a:lnTo>
                  <a:pt x="661127" y="933680"/>
                </a:lnTo>
                <a:lnTo>
                  <a:pt x="661108" y="933427"/>
                </a:lnTo>
                <a:lnTo>
                  <a:pt x="661096" y="933273"/>
                </a:lnTo>
                <a:lnTo>
                  <a:pt x="661092" y="933221"/>
                </a:lnTo>
                <a:lnTo>
                  <a:pt x="660850" y="931618"/>
                </a:lnTo>
                <a:lnTo>
                  <a:pt x="660140" y="927045"/>
                </a:lnTo>
                <a:lnTo>
                  <a:pt x="658988" y="919855"/>
                </a:lnTo>
                <a:lnTo>
                  <a:pt x="657418" y="910401"/>
                </a:lnTo>
                <a:lnTo>
                  <a:pt x="655454" y="899037"/>
                </a:lnTo>
                <a:lnTo>
                  <a:pt x="653123" y="886117"/>
                </a:lnTo>
                <a:lnTo>
                  <a:pt x="650448" y="871993"/>
                </a:lnTo>
                <a:lnTo>
                  <a:pt x="647455" y="857020"/>
                </a:lnTo>
                <a:lnTo>
                  <a:pt x="644168" y="841551"/>
                </a:lnTo>
                <a:lnTo>
                  <a:pt x="640612" y="825939"/>
                </a:lnTo>
                <a:lnTo>
                  <a:pt x="636813" y="810538"/>
                </a:lnTo>
                <a:lnTo>
                  <a:pt x="632795" y="795701"/>
                </a:lnTo>
                <a:lnTo>
                  <a:pt x="628582" y="781782"/>
                </a:lnTo>
                <a:lnTo>
                  <a:pt x="624201" y="769134"/>
                </a:lnTo>
                <a:lnTo>
                  <a:pt x="619675" y="758110"/>
                </a:lnTo>
                <a:lnTo>
                  <a:pt x="615029" y="749065"/>
                </a:lnTo>
                <a:lnTo>
                  <a:pt x="614387" y="747561"/>
                </a:lnTo>
                <a:lnTo>
                  <a:pt x="613936" y="745581"/>
                </a:lnTo>
                <a:lnTo>
                  <a:pt x="613676" y="743136"/>
                </a:lnTo>
                <a:lnTo>
                  <a:pt x="613603" y="740237"/>
                </a:lnTo>
                <a:lnTo>
                  <a:pt x="613715" y="736895"/>
                </a:lnTo>
                <a:lnTo>
                  <a:pt x="614011" y="733121"/>
                </a:lnTo>
                <a:lnTo>
                  <a:pt x="614487" y="728926"/>
                </a:lnTo>
                <a:lnTo>
                  <a:pt x="615141" y="724320"/>
                </a:lnTo>
                <a:lnTo>
                  <a:pt x="615972" y="719315"/>
                </a:lnTo>
                <a:lnTo>
                  <a:pt x="616976" y="713921"/>
                </a:lnTo>
                <a:lnTo>
                  <a:pt x="618152" y="708150"/>
                </a:lnTo>
                <a:lnTo>
                  <a:pt x="619498" y="702011"/>
                </a:lnTo>
                <a:lnTo>
                  <a:pt x="621010" y="695517"/>
                </a:lnTo>
                <a:lnTo>
                  <a:pt x="622687" y="688678"/>
                </a:lnTo>
                <a:lnTo>
                  <a:pt x="624526" y="681505"/>
                </a:lnTo>
                <a:lnTo>
                  <a:pt x="626526" y="674008"/>
                </a:lnTo>
                <a:lnTo>
                  <a:pt x="627973" y="676509"/>
                </a:lnTo>
                <a:lnTo>
                  <a:pt x="629845" y="679769"/>
                </a:lnTo>
                <a:lnTo>
                  <a:pt x="632079" y="683687"/>
                </a:lnTo>
                <a:lnTo>
                  <a:pt x="634613" y="688162"/>
                </a:lnTo>
                <a:lnTo>
                  <a:pt x="637384" y="693092"/>
                </a:lnTo>
                <a:lnTo>
                  <a:pt x="640331" y="698375"/>
                </a:lnTo>
                <a:lnTo>
                  <a:pt x="643391" y="703912"/>
                </a:lnTo>
                <a:lnTo>
                  <a:pt x="646502" y="709599"/>
                </a:lnTo>
                <a:lnTo>
                  <a:pt x="649602" y="715337"/>
                </a:lnTo>
                <a:lnTo>
                  <a:pt x="652628" y="721024"/>
                </a:lnTo>
                <a:lnTo>
                  <a:pt x="655518" y="726558"/>
                </a:lnTo>
                <a:lnTo>
                  <a:pt x="658209" y="731839"/>
                </a:lnTo>
                <a:lnTo>
                  <a:pt x="660641" y="736765"/>
                </a:lnTo>
                <a:lnTo>
                  <a:pt x="662749" y="741234"/>
                </a:lnTo>
                <a:lnTo>
                  <a:pt x="664473" y="745145"/>
                </a:lnTo>
                <a:lnTo>
                  <a:pt x="665750" y="748398"/>
                </a:lnTo>
                <a:lnTo>
                  <a:pt x="666850" y="751512"/>
                </a:lnTo>
                <a:lnTo>
                  <a:pt x="667841" y="754347"/>
                </a:lnTo>
                <a:lnTo>
                  <a:pt x="668727" y="756913"/>
                </a:lnTo>
                <a:lnTo>
                  <a:pt x="669515" y="759221"/>
                </a:lnTo>
                <a:lnTo>
                  <a:pt x="670208" y="761282"/>
                </a:lnTo>
                <a:lnTo>
                  <a:pt x="670813" y="763106"/>
                </a:lnTo>
                <a:lnTo>
                  <a:pt x="671335" y="764706"/>
                </a:lnTo>
                <a:lnTo>
                  <a:pt x="671779" y="766091"/>
                </a:lnTo>
                <a:lnTo>
                  <a:pt x="672151" y="767272"/>
                </a:lnTo>
                <a:lnTo>
                  <a:pt x="672456" y="768261"/>
                </a:lnTo>
                <a:lnTo>
                  <a:pt x="672699" y="769068"/>
                </a:lnTo>
                <a:lnTo>
                  <a:pt x="672886" y="769704"/>
                </a:lnTo>
                <a:lnTo>
                  <a:pt x="673023" y="770179"/>
                </a:lnTo>
                <a:lnTo>
                  <a:pt x="673113" y="770505"/>
                </a:lnTo>
                <a:lnTo>
                  <a:pt x="673164" y="770693"/>
                </a:lnTo>
                <a:lnTo>
                  <a:pt x="673179" y="770753"/>
                </a:lnTo>
                <a:lnTo>
                  <a:pt x="673005" y="769878"/>
                </a:lnTo>
                <a:lnTo>
                  <a:pt x="672489" y="767358"/>
                </a:lnTo>
                <a:lnTo>
                  <a:pt x="671638" y="763353"/>
                </a:lnTo>
                <a:lnTo>
                  <a:pt x="670460" y="758023"/>
                </a:lnTo>
                <a:lnTo>
                  <a:pt x="668963" y="751528"/>
                </a:lnTo>
                <a:lnTo>
                  <a:pt x="667155" y="744028"/>
                </a:lnTo>
                <a:lnTo>
                  <a:pt x="665044" y="735682"/>
                </a:lnTo>
                <a:lnTo>
                  <a:pt x="662638" y="726649"/>
                </a:lnTo>
                <a:lnTo>
                  <a:pt x="659944" y="717090"/>
                </a:lnTo>
                <a:lnTo>
                  <a:pt x="656971" y="707165"/>
                </a:lnTo>
                <a:lnTo>
                  <a:pt x="653727" y="697033"/>
                </a:lnTo>
                <a:lnTo>
                  <a:pt x="650218" y="686854"/>
                </a:lnTo>
                <a:lnTo>
                  <a:pt x="646455" y="676788"/>
                </a:lnTo>
                <a:lnTo>
                  <a:pt x="642443" y="666994"/>
                </a:lnTo>
                <a:lnTo>
                  <a:pt x="638191" y="657632"/>
                </a:lnTo>
                <a:lnTo>
                  <a:pt x="633708" y="648862"/>
                </a:lnTo>
                <a:lnTo>
                  <a:pt x="636721" y="638863"/>
                </a:lnTo>
                <a:lnTo>
                  <a:pt x="639802" y="628885"/>
                </a:lnTo>
                <a:lnTo>
                  <a:pt x="642949" y="618928"/>
                </a:lnTo>
                <a:lnTo>
                  <a:pt x="646165" y="608993"/>
                </a:lnTo>
                <a:lnTo>
                  <a:pt x="649447" y="599079"/>
                </a:lnTo>
                <a:lnTo>
                  <a:pt x="652796" y="589188"/>
                </a:lnTo>
                <a:lnTo>
                  <a:pt x="654679" y="592502"/>
                </a:lnTo>
                <a:lnTo>
                  <a:pt x="656822" y="596289"/>
                </a:lnTo>
                <a:lnTo>
                  <a:pt x="659182" y="600477"/>
                </a:lnTo>
                <a:lnTo>
                  <a:pt x="661713" y="604994"/>
                </a:lnTo>
                <a:lnTo>
                  <a:pt x="664371" y="609768"/>
                </a:lnTo>
                <a:lnTo>
                  <a:pt x="667112" y="614727"/>
                </a:lnTo>
                <a:lnTo>
                  <a:pt x="669891" y="619800"/>
                </a:lnTo>
                <a:lnTo>
                  <a:pt x="672663" y="624915"/>
                </a:lnTo>
                <a:lnTo>
                  <a:pt x="675384" y="630000"/>
                </a:lnTo>
                <a:lnTo>
                  <a:pt x="678009" y="634983"/>
                </a:lnTo>
                <a:lnTo>
                  <a:pt x="680494" y="639792"/>
                </a:lnTo>
                <a:lnTo>
                  <a:pt x="682794" y="644356"/>
                </a:lnTo>
                <a:lnTo>
                  <a:pt x="684865" y="648603"/>
                </a:lnTo>
                <a:lnTo>
                  <a:pt x="686663" y="652460"/>
                </a:lnTo>
                <a:lnTo>
                  <a:pt x="688142" y="655857"/>
                </a:lnTo>
                <a:lnTo>
                  <a:pt x="689258" y="658720"/>
                </a:lnTo>
                <a:lnTo>
                  <a:pt x="689438" y="659239"/>
                </a:lnTo>
                <a:lnTo>
                  <a:pt x="689617" y="659748"/>
                </a:lnTo>
                <a:lnTo>
                  <a:pt x="689792" y="660249"/>
                </a:lnTo>
                <a:lnTo>
                  <a:pt x="689965" y="660740"/>
                </a:lnTo>
                <a:lnTo>
                  <a:pt x="690135" y="661224"/>
                </a:lnTo>
                <a:lnTo>
                  <a:pt x="690302" y="661699"/>
                </a:lnTo>
                <a:lnTo>
                  <a:pt x="690467" y="662167"/>
                </a:lnTo>
                <a:lnTo>
                  <a:pt x="690629" y="662628"/>
                </a:lnTo>
                <a:lnTo>
                  <a:pt x="690789" y="663082"/>
                </a:lnTo>
                <a:lnTo>
                  <a:pt x="690945" y="663529"/>
                </a:lnTo>
                <a:lnTo>
                  <a:pt x="691099" y="663970"/>
                </a:lnTo>
                <a:lnTo>
                  <a:pt x="691251" y="664405"/>
                </a:lnTo>
                <a:lnTo>
                  <a:pt x="691399" y="664835"/>
                </a:lnTo>
                <a:lnTo>
                  <a:pt x="691545" y="665259"/>
                </a:lnTo>
                <a:lnTo>
                  <a:pt x="691689" y="665678"/>
                </a:lnTo>
                <a:lnTo>
                  <a:pt x="691829" y="666093"/>
                </a:lnTo>
                <a:lnTo>
                  <a:pt x="691871" y="665848"/>
                </a:lnTo>
                <a:lnTo>
                  <a:pt x="691913" y="665603"/>
                </a:lnTo>
                <a:lnTo>
                  <a:pt x="691956" y="665359"/>
                </a:lnTo>
                <a:lnTo>
                  <a:pt x="692000" y="665114"/>
                </a:lnTo>
                <a:lnTo>
                  <a:pt x="692044" y="664869"/>
                </a:lnTo>
                <a:lnTo>
                  <a:pt x="692088" y="664623"/>
                </a:lnTo>
                <a:lnTo>
                  <a:pt x="692133" y="664378"/>
                </a:lnTo>
                <a:lnTo>
                  <a:pt x="692178" y="664132"/>
                </a:lnTo>
                <a:lnTo>
                  <a:pt x="692223" y="663886"/>
                </a:lnTo>
                <a:lnTo>
                  <a:pt x="692268" y="663639"/>
                </a:lnTo>
                <a:lnTo>
                  <a:pt x="692314" y="663392"/>
                </a:lnTo>
                <a:lnTo>
                  <a:pt x="692358" y="663145"/>
                </a:lnTo>
                <a:lnTo>
                  <a:pt x="692403" y="662897"/>
                </a:lnTo>
                <a:lnTo>
                  <a:pt x="692447" y="662648"/>
                </a:lnTo>
                <a:lnTo>
                  <a:pt x="692491" y="662399"/>
                </a:lnTo>
                <a:lnTo>
                  <a:pt x="692534" y="662149"/>
                </a:lnTo>
                <a:lnTo>
                  <a:pt x="691417" y="657478"/>
                </a:lnTo>
                <a:lnTo>
                  <a:pt x="690175" y="652434"/>
                </a:lnTo>
                <a:lnTo>
                  <a:pt x="688809" y="647060"/>
                </a:lnTo>
                <a:lnTo>
                  <a:pt x="687323" y="641398"/>
                </a:lnTo>
                <a:lnTo>
                  <a:pt x="685717" y="635489"/>
                </a:lnTo>
                <a:lnTo>
                  <a:pt x="683994" y="629375"/>
                </a:lnTo>
                <a:lnTo>
                  <a:pt x="682156" y="623098"/>
                </a:lnTo>
                <a:lnTo>
                  <a:pt x="680204" y="616699"/>
                </a:lnTo>
                <a:lnTo>
                  <a:pt x="678141" y="610219"/>
                </a:lnTo>
                <a:lnTo>
                  <a:pt x="675970" y="603701"/>
                </a:lnTo>
                <a:lnTo>
                  <a:pt x="673691" y="597186"/>
                </a:lnTo>
                <a:lnTo>
                  <a:pt x="671307" y="590716"/>
                </a:lnTo>
                <a:lnTo>
                  <a:pt x="668819" y="584333"/>
                </a:lnTo>
                <a:lnTo>
                  <a:pt x="666231" y="578078"/>
                </a:lnTo>
                <a:lnTo>
                  <a:pt x="663543" y="571992"/>
                </a:lnTo>
                <a:lnTo>
                  <a:pt x="660759" y="566118"/>
                </a:lnTo>
                <a:lnTo>
                  <a:pt x="667974" y="532743"/>
                </a:lnTo>
                <a:lnTo>
                  <a:pt x="676970" y="498266"/>
                </a:lnTo>
                <a:lnTo>
                  <a:pt x="687634" y="462963"/>
                </a:lnTo>
                <a:lnTo>
                  <a:pt x="699850" y="427109"/>
                </a:lnTo>
                <a:lnTo>
                  <a:pt x="713504" y="390979"/>
                </a:lnTo>
                <a:lnTo>
                  <a:pt x="728482" y="354849"/>
                </a:lnTo>
                <a:lnTo>
                  <a:pt x="744670" y="318995"/>
                </a:lnTo>
                <a:lnTo>
                  <a:pt x="761954" y="283690"/>
                </a:lnTo>
                <a:lnTo>
                  <a:pt x="780218" y="249212"/>
                </a:lnTo>
                <a:lnTo>
                  <a:pt x="799349" y="215834"/>
                </a:lnTo>
                <a:lnTo>
                  <a:pt x="819232" y="183833"/>
                </a:lnTo>
                <a:lnTo>
                  <a:pt x="839754" y="153484"/>
                </a:lnTo>
                <a:lnTo>
                  <a:pt x="860799" y="125062"/>
                </a:lnTo>
                <a:lnTo>
                  <a:pt x="882254" y="98842"/>
                </a:lnTo>
                <a:lnTo>
                  <a:pt x="904004" y="75100"/>
                </a:lnTo>
                <a:lnTo>
                  <a:pt x="925935" y="54112"/>
                </a:lnTo>
                <a:lnTo>
                  <a:pt x="160973" y="54112"/>
                </a:lnTo>
                <a:lnTo>
                  <a:pt x="151470" y="54595"/>
                </a:lnTo>
                <a:lnTo>
                  <a:pt x="142234" y="56015"/>
                </a:lnTo>
                <a:lnTo>
                  <a:pt x="133314" y="58322"/>
                </a:lnTo>
                <a:lnTo>
                  <a:pt x="124757" y="61470"/>
                </a:lnTo>
                <a:lnTo>
                  <a:pt x="116610" y="65410"/>
                </a:lnTo>
                <a:lnTo>
                  <a:pt x="108922" y="70094"/>
                </a:lnTo>
                <a:lnTo>
                  <a:pt x="101739" y="75475"/>
                </a:lnTo>
                <a:lnTo>
                  <a:pt x="95111" y="81504"/>
                </a:lnTo>
                <a:lnTo>
                  <a:pt x="89083" y="88135"/>
                </a:lnTo>
                <a:lnTo>
                  <a:pt x="83705" y="95318"/>
                </a:lnTo>
                <a:lnTo>
                  <a:pt x="79023" y="103006"/>
                </a:lnTo>
                <a:lnTo>
                  <a:pt x="75085" y="111152"/>
                </a:lnTo>
                <a:lnTo>
                  <a:pt x="71940" y="119707"/>
                </a:lnTo>
                <a:lnTo>
                  <a:pt x="69634" y="128624"/>
                </a:lnTo>
                <a:lnTo>
                  <a:pt x="68216" y="137855"/>
                </a:lnTo>
                <a:lnTo>
                  <a:pt x="67732" y="147352"/>
                </a:lnTo>
                <a:lnTo>
                  <a:pt x="67732" y="990981"/>
                </a:lnTo>
                <a:lnTo>
                  <a:pt x="68216" y="1000478"/>
                </a:lnTo>
                <a:lnTo>
                  <a:pt x="69636" y="1009708"/>
                </a:lnTo>
                <a:lnTo>
                  <a:pt x="71943" y="1018625"/>
                </a:lnTo>
                <a:lnTo>
                  <a:pt x="75091" y="1027181"/>
                </a:lnTo>
                <a:lnTo>
                  <a:pt x="79031" y="1035326"/>
                </a:lnTo>
                <a:lnTo>
                  <a:pt x="83715" y="1043015"/>
                </a:lnTo>
                <a:lnTo>
                  <a:pt x="89096" y="1050198"/>
                </a:lnTo>
                <a:lnTo>
                  <a:pt x="95126" y="1056829"/>
                </a:lnTo>
                <a:lnTo>
                  <a:pt x="101757" y="1062858"/>
                </a:lnTo>
                <a:lnTo>
                  <a:pt x="108941" y="1068239"/>
                </a:lnTo>
                <a:lnTo>
                  <a:pt x="116630" y="1072923"/>
                </a:lnTo>
                <a:lnTo>
                  <a:pt x="124777" y="1076863"/>
                </a:lnTo>
                <a:lnTo>
                  <a:pt x="133333" y="1080010"/>
                </a:lnTo>
                <a:lnTo>
                  <a:pt x="142251" y="1082318"/>
                </a:lnTo>
                <a:lnTo>
                  <a:pt x="151484" y="1083737"/>
                </a:lnTo>
                <a:lnTo>
                  <a:pt x="160982" y="1084221"/>
                </a:lnTo>
                <a:lnTo>
                  <a:pt x="664826" y="1084221"/>
                </a:lnTo>
                <a:lnTo>
                  <a:pt x="663157" y="1061002"/>
                </a:lnTo>
                <a:lnTo>
                  <a:pt x="661966" y="1037753"/>
                </a:lnTo>
                <a:lnTo>
                  <a:pt x="661255" y="1014485"/>
                </a:lnTo>
                <a:lnTo>
                  <a:pt x="661023" y="991207"/>
                </a:lnTo>
                <a:lnTo>
                  <a:pt x="661270" y="967929"/>
                </a:lnTo>
                <a:lnTo>
                  <a:pt x="661997" y="944661"/>
                </a:lnTo>
              </a:path>
            </a:pathLst>
          </a:custGeom>
          <a:solidFill xmlns:a="http://schemas.openxmlformats.org/drawingml/2006/main">
            <a:srgbClr val="0B7FCC"/>
          </a:solidFill>
          <a:ln xmlns:a="http://schemas.openxmlformats.org/drawingml/2006/main" w="0">
            <a:noFill/>
          </a:ln>
        </p:spPr>
      </p:sp>
      <p:sp>
        <p:nvSpPr>
          <p:cNvPr id="50" name="sqlite vector 2">
            <a:extLst xmlns:a="http://schemas.openxmlformats.org/drawingml/2006/main">
              <a:ext uri="{FF2B5EF4-FFF2-40B4-BE49-F238E27FC236}">
                <a16:creationId xmlns:a16="http://schemas.microsoft.com/office/drawing/2014/main" id="{E11C8425-226D-4069-B6EC-F0577EC8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53100"/>
            <a:ext cx="628650" cy="666750"/>
          </a:xfrm>
          <a:custGeom xmlns:a="http://schemas.openxmlformats.org/drawingml/2006/main">
            <a:pathLst>
              <a:path w="1219200" h="1219200">
                <a:moveTo>
                  <a:pt x="626526" y="674008"/>
                </a:moveTo>
                <a:lnTo>
                  <a:pt x="627973" y="676507"/>
                </a:lnTo>
                <a:lnTo>
                  <a:pt x="629845" y="679765"/>
                </a:lnTo>
                <a:lnTo>
                  <a:pt x="632079" y="683680"/>
                </a:lnTo>
                <a:lnTo>
                  <a:pt x="634613" y="688152"/>
                </a:lnTo>
                <a:lnTo>
                  <a:pt x="637384" y="693079"/>
                </a:lnTo>
                <a:lnTo>
                  <a:pt x="640331" y="698360"/>
                </a:lnTo>
                <a:lnTo>
                  <a:pt x="643391" y="703895"/>
                </a:lnTo>
                <a:lnTo>
                  <a:pt x="646501" y="709580"/>
                </a:lnTo>
                <a:lnTo>
                  <a:pt x="649600" y="715317"/>
                </a:lnTo>
                <a:lnTo>
                  <a:pt x="652625" y="721002"/>
                </a:lnTo>
                <a:lnTo>
                  <a:pt x="655514" y="726536"/>
                </a:lnTo>
                <a:lnTo>
                  <a:pt x="658205" y="731818"/>
                </a:lnTo>
                <a:lnTo>
                  <a:pt x="660636" y="736744"/>
                </a:lnTo>
                <a:lnTo>
                  <a:pt x="662743" y="741216"/>
                </a:lnTo>
                <a:lnTo>
                  <a:pt x="664465" y="745131"/>
                </a:lnTo>
                <a:lnTo>
                  <a:pt x="665740" y="748389"/>
                </a:lnTo>
                <a:lnTo>
                  <a:pt x="666843" y="751503"/>
                </a:lnTo>
                <a:lnTo>
                  <a:pt x="667835" y="754337"/>
                </a:lnTo>
                <a:lnTo>
                  <a:pt x="668722" y="756903"/>
                </a:lnTo>
                <a:lnTo>
                  <a:pt x="669511" y="759211"/>
                </a:lnTo>
                <a:lnTo>
                  <a:pt x="670205" y="761272"/>
                </a:lnTo>
                <a:lnTo>
                  <a:pt x="670811" y="763097"/>
                </a:lnTo>
                <a:lnTo>
                  <a:pt x="671333" y="764696"/>
                </a:lnTo>
                <a:lnTo>
                  <a:pt x="671778" y="766081"/>
                </a:lnTo>
                <a:lnTo>
                  <a:pt x="672150" y="767263"/>
                </a:lnTo>
                <a:lnTo>
                  <a:pt x="672456" y="768252"/>
                </a:lnTo>
                <a:lnTo>
                  <a:pt x="672699" y="769058"/>
                </a:lnTo>
                <a:lnTo>
                  <a:pt x="672886" y="769694"/>
                </a:lnTo>
                <a:lnTo>
                  <a:pt x="673023" y="770170"/>
                </a:lnTo>
                <a:lnTo>
                  <a:pt x="673113" y="770496"/>
                </a:lnTo>
                <a:lnTo>
                  <a:pt x="673164" y="770684"/>
                </a:lnTo>
                <a:lnTo>
                  <a:pt x="673179" y="770744"/>
                </a:lnTo>
                <a:lnTo>
                  <a:pt x="673005" y="769868"/>
                </a:lnTo>
                <a:lnTo>
                  <a:pt x="672489" y="767348"/>
                </a:lnTo>
                <a:lnTo>
                  <a:pt x="671638" y="763344"/>
                </a:lnTo>
                <a:lnTo>
                  <a:pt x="670460" y="758014"/>
                </a:lnTo>
                <a:lnTo>
                  <a:pt x="668963" y="751519"/>
                </a:lnTo>
                <a:lnTo>
                  <a:pt x="667155" y="744018"/>
                </a:lnTo>
                <a:lnTo>
                  <a:pt x="665044" y="735672"/>
                </a:lnTo>
                <a:lnTo>
                  <a:pt x="662638" y="726640"/>
                </a:lnTo>
                <a:lnTo>
                  <a:pt x="659944" y="717081"/>
                </a:lnTo>
                <a:lnTo>
                  <a:pt x="656971" y="707156"/>
                </a:lnTo>
                <a:lnTo>
                  <a:pt x="653727" y="697024"/>
                </a:lnTo>
                <a:lnTo>
                  <a:pt x="650218" y="686845"/>
                </a:lnTo>
                <a:lnTo>
                  <a:pt x="646455" y="676778"/>
                </a:lnTo>
                <a:lnTo>
                  <a:pt x="642443" y="666984"/>
                </a:lnTo>
                <a:lnTo>
                  <a:pt x="638191" y="657622"/>
                </a:lnTo>
                <a:lnTo>
                  <a:pt x="633708" y="648853"/>
                </a:lnTo>
                <a:lnTo>
                  <a:pt x="636723" y="638847"/>
                </a:lnTo>
                <a:lnTo>
                  <a:pt x="639805" y="628861"/>
                </a:lnTo>
                <a:lnTo>
                  <a:pt x="642953" y="618896"/>
                </a:lnTo>
                <a:lnTo>
                  <a:pt x="646168" y="608953"/>
                </a:lnTo>
                <a:lnTo>
                  <a:pt x="649449" y="599031"/>
                </a:lnTo>
                <a:lnTo>
                  <a:pt x="652796" y="589131"/>
                </a:lnTo>
                <a:lnTo>
                  <a:pt x="654502" y="592147"/>
                </a:lnTo>
                <a:lnTo>
                  <a:pt x="656431" y="595563"/>
                </a:lnTo>
                <a:lnTo>
                  <a:pt x="658548" y="599324"/>
                </a:lnTo>
                <a:lnTo>
                  <a:pt x="660818" y="603374"/>
                </a:lnTo>
                <a:lnTo>
                  <a:pt x="663207" y="607659"/>
                </a:lnTo>
                <a:lnTo>
                  <a:pt x="665682" y="612123"/>
                </a:lnTo>
                <a:lnTo>
                  <a:pt x="668207" y="616713"/>
                </a:lnTo>
                <a:lnTo>
                  <a:pt x="670749" y="621373"/>
                </a:lnTo>
                <a:lnTo>
                  <a:pt x="673274" y="626048"/>
                </a:lnTo>
                <a:lnTo>
                  <a:pt x="675747" y="630683"/>
                </a:lnTo>
                <a:lnTo>
                  <a:pt x="678134" y="635224"/>
                </a:lnTo>
                <a:lnTo>
                  <a:pt x="680401" y="639615"/>
                </a:lnTo>
                <a:lnTo>
                  <a:pt x="682513" y="643802"/>
                </a:lnTo>
                <a:lnTo>
                  <a:pt x="684437" y="647729"/>
                </a:lnTo>
                <a:lnTo>
                  <a:pt x="686137" y="651342"/>
                </a:lnTo>
                <a:lnTo>
                  <a:pt x="687581" y="654587"/>
                </a:lnTo>
                <a:lnTo>
                  <a:pt x="688362" y="645433"/>
                </a:lnTo>
                <a:lnTo>
                  <a:pt x="687167" y="640892"/>
                </a:lnTo>
                <a:lnTo>
                  <a:pt x="685898" y="636200"/>
                </a:lnTo>
                <a:lnTo>
                  <a:pt x="684555" y="631375"/>
                </a:lnTo>
                <a:lnTo>
                  <a:pt x="683140" y="626440"/>
                </a:lnTo>
                <a:lnTo>
                  <a:pt x="681652" y="621415"/>
                </a:lnTo>
                <a:lnTo>
                  <a:pt x="680093" y="616321"/>
                </a:lnTo>
                <a:lnTo>
                  <a:pt x="678463" y="611178"/>
                </a:lnTo>
                <a:lnTo>
                  <a:pt x="676764" y="606007"/>
                </a:lnTo>
                <a:lnTo>
                  <a:pt x="674996" y="600828"/>
                </a:lnTo>
                <a:lnTo>
                  <a:pt x="673160" y="595663"/>
                </a:lnTo>
                <a:lnTo>
                  <a:pt x="671257" y="590532"/>
                </a:lnTo>
                <a:lnTo>
                  <a:pt x="669287" y="585455"/>
                </a:lnTo>
                <a:lnTo>
                  <a:pt x="667252" y="580454"/>
                </a:lnTo>
                <a:lnTo>
                  <a:pt x="665151" y="575549"/>
                </a:lnTo>
                <a:lnTo>
                  <a:pt x="662987" y="570760"/>
                </a:lnTo>
                <a:lnTo>
                  <a:pt x="660759" y="566109"/>
                </a:lnTo>
                <a:lnTo>
                  <a:pt x="667337" y="535431"/>
                </a:lnTo>
                <a:lnTo>
                  <a:pt x="675433" y="503800"/>
                </a:lnTo>
                <a:lnTo>
                  <a:pt x="684957" y="471432"/>
                </a:lnTo>
                <a:lnTo>
                  <a:pt x="695820" y="438542"/>
                </a:lnTo>
                <a:lnTo>
                  <a:pt x="707933" y="405343"/>
                </a:lnTo>
                <a:lnTo>
                  <a:pt x="721206" y="372052"/>
                </a:lnTo>
                <a:lnTo>
                  <a:pt x="735552" y="338883"/>
                </a:lnTo>
                <a:lnTo>
                  <a:pt x="750880" y="306051"/>
                </a:lnTo>
                <a:lnTo>
                  <a:pt x="767101" y="273771"/>
                </a:lnTo>
                <a:lnTo>
                  <a:pt x="784127" y="242257"/>
                </a:lnTo>
                <a:lnTo>
                  <a:pt x="801867" y="211725"/>
                </a:lnTo>
                <a:lnTo>
                  <a:pt x="820234" y="182389"/>
                </a:lnTo>
                <a:lnTo>
                  <a:pt x="839138" y="154464"/>
                </a:lnTo>
                <a:lnTo>
                  <a:pt x="858489" y="128165"/>
                </a:lnTo>
                <a:lnTo>
                  <a:pt x="878199" y="103708"/>
                </a:lnTo>
                <a:lnTo>
                  <a:pt x="898179" y="81305"/>
                </a:lnTo>
                <a:lnTo>
                  <a:pt x="160963" y="81305"/>
                </a:lnTo>
                <a:lnTo>
                  <a:pt x="156977" y="81429"/>
                </a:lnTo>
                <a:lnTo>
                  <a:pt x="153005" y="81793"/>
                </a:lnTo>
                <a:lnTo>
                  <a:pt x="149062" y="82396"/>
                </a:lnTo>
                <a:lnTo>
                  <a:pt x="145164" y="83235"/>
                </a:lnTo>
                <a:lnTo>
                  <a:pt x="141322" y="84308"/>
                </a:lnTo>
                <a:lnTo>
                  <a:pt x="137553" y="85611"/>
                </a:lnTo>
                <a:lnTo>
                  <a:pt x="133869" y="87139"/>
                </a:lnTo>
                <a:lnTo>
                  <a:pt x="130283" y="88886"/>
                </a:lnTo>
                <a:lnTo>
                  <a:pt x="126810" y="90846"/>
                </a:lnTo>
                <a:lnTo>
                  <a:pt x="123461" y="93012"/>
                </a:lnTo>
                <a:lnTo>
                  <a:pt x="120249" y="95376"/>
                </a:lnTo>
                <a:lnTo>
                  <a:pt x="117185" y="97930"/>
                </a:lnTo>
                <a:lnTo>
                  <a:pt x="114281" y="100663"/>
                </a:lnTo>
                <a:lnTo>
                  <a:pt x="111547" y="103567"/>
                </a:lnTo>
                <a:lnTo>
                  <a:pt x="108993" y="106630"/>
                </a:lnTo>
                <a:lnTo>
                  <a:pt x="106629" y="109842"/>
                </a:lnTo>
                <a:lnTo>
                  <a:pt x="104462" y="113191"/>
                </a:lnTo>
                <a:lnTo>
                  <a:pt x="102502" y="116664"/>
                </a:lnTo>
                <a:lnTo>
                  <a:pt x="100754" y="120249"/>
                </a:lnTo>
                <a:lnTo>
                  <a:pt x="99226" y="123933"/>
                </a:lnTo>
                <a:lnTo>
                  <a:pt x="97922" y="127702"/>
                </a:lnTo>
                <a:lnTo>
                  <a:pt x="96849" y="131543"/>
                </a:lnTo>
                <a:lnTo>
                  <a:pt x="96009" y="135442"/>
                </a:lnTo>
                <a:lnTo>
                  <a:pt x="95405" y="139384"/>
                </a:lnTo>
                <a:lnTo>
                  <a:pt x="95041" y="143356"/>
                </a:lnTo>
                <a:lnTo>
                  <a:pt x="94917" y="147342"/>
                </a:lnTo>
                <a:lnTo>
                  <a:pt x="94917" y="929440"/>
                </a:lnTo>
                <a:lnTo>
                  <a:pt x="126606" y="917497"/>
                </a:lnTo>
                <a:lnTo>
                  <a:pt x="159011" y="905766"/>
                </a:lnTo>
                <a:lnTo>
                  <a:pt x="192038" y="894327"/>
                </a:lnTo>
                <a:lnTo>
                  <a:pt x="225597" y="883263"/>
                </a:lnTo>
                <a:lnTo>
                  <a:pt x="259595" y="872654"/>
                </a:lnTo>
                <a:lnTo>
                  <a:pt x="293943" y="862582"/>
                </a:lnTo>
                <a:lnTo>
                  <a:pt x="328547" y="853128"/>
                </a:lnTo>
                <a:lnTo>
                  <a:pt x="363317" y="844373"/>
                </a:lnTo>
                <a:lnTo>
                  <a:pt x="398161" y="836400"/>
                </a:lnTo>
                <a:lnTo>
                  <a:pt x="432988" y="829289"/>
                </a:lnTo>
                <a:lnTo>
                  <a:pt x="467705" y="823122"/>
                </a:lnTo>
                <a:lnTo>
                  <a:pt x="502223" y="817980"/>
                </a:lnTo>
                <a:lnTo>
                  <a:pt x="536449" y="813945"/>
                </a:lnTo>
                <a:lnTo>
                  <a:pt x="570291" y="811097"/>
                </a:lnTo>
                <a:lnTo>
                  <a:pt x="603659" y="809519"/>
                </a:lnTo>
                <a:lnTo>
                  <a:pt x="636460" y="809292"/>
                </a:lnTo>
                <a:lnTo>
                  <a:pt x="635250" y="804669"/>
                </a:lnTo>
                <a:lnTo>
                  <a:pt x="634018" y="800112"/>
                </a:lnTo>
                <a:lnTo>
                  <a:pt x="632766" y="795632"/>
                </a:lnTo>
                <a:lnTo>
                  <a:pt x="631495" y="791239"/>
                </a:lnTo>
                <a:lnTo>
                  <a:pt x="630206" y="786943"/>
                </a:lnTo>
                <a:lnTo>
                  <a:pt x="628898" y="782754"/>
                </a:lnTo>
                <a:lnTo>
                  <a:pt x="627574" y="778683"/>
                </a:lnTo>
                <a:lnTo>
                  <a:pt x="626234" y="774741"/>
                </a:lnTo>
                <a:lnTo>
                  <a:pt x="624879" y="770937"/>
                </a:lnTo>
                <a:lnTo>
                  <a:pt x="623509" y="767282"/>
                </a:lnTo>
                <a:lnTo>
                  <a:pt x="622125" y="763786"/>
                </a:lnTo>
                <a:lnTo>
                  <a:pt x="620729" y="760459"/>
                </a:lnTo>
                <a:lnTo>
                  <a:pt x="619320" y="757313"/>
                </a:lnTo>
                <a:lnTo>
                  <a:pt x="617900" y="754356"/>
                </a:lnTo>
                <a:lnTo>
                  <a:pt x="616469" y="751600"/>
                </a:lnTo>
                <a:lnTo>
                  <a:pt x="615029" y="749056"/>
                </a:lnTo>
                <a:lnTo>
                  <a:pt x="614387" y="747551"/>
                </a:lnTo>
                <a:lnTo>
                  <a:pt x="613936" y="745570"/>
                </a:lnTo>
                <a:lnTo>
                  <a:pt x="613676" y="743124"/>
                </a:lnTo>
                <a:lnTo>
                  <a:pt x="613603" y="740224"/>
                </a:lnTo>
                <a:lnTo>
                  <a:pt x="613715" y="736880"/>
                </a:lnTo>
                <a:lnTo>
                  <a:pt x="614011" y="733105"/>
                </a:lnTo>
                <a:lnTo>
                  <a:pt x="614487" y="728908"/>
                </a:lnTo>
                <a:lnTo>
                  <a:pt x="615141" y="724301"/>
                </a:lnTo>
                <a:lnTo>
                  <a:pt x="615972" y="719295"/>
                </a:lnTo>
                <a:lnTo>
                  <a:pt x="616976" y="713901"/>
                </a:lnTo>
                <a:lnTo>
                  <a:pt x="618152" y="708131"/>
                </a:lnTo>
                <a:lnTo>
                  <a:pt x="619498" y="701994"/>
                </a:lnTo>
                <a:lnTo>
                  <a:pt x="621010" y="695502"/>
                </a:lnTo>
                <a:lnTo>
                  <a:pt x="622687" y="688667"/>
                </a:lnTo>
                <a:lnTo>
                  <a:pt x="624526" y="681498"/>
                </a:lnTo>
                <a:lnTo>
                  <a:pt x="626526" y="674008"/>
                </a:lnTo>
              </a:path>
            </a:pathLst>
          </a:custGeom>
          <a:gradFill xmlns:a="http://schemas.openxmlformats.org/drawingml/2006/main">
            <a:gsLst>
              <a:gs pos="0">
                <a:srgbClr val="95D7F4"/>
              </a:gs>
              <a:gs pos="92000">
                <a:srgbClr val="0F7FCC"/>
              </a:gs>
              <a:gs pos="100000">
                <a:srgbClr val="0F7FCC"/>
              </a:gs>
            </a:gsLst>
            <a:lin ang="2700000"/>
          </a:gradFill>
          <a:ln xmlns:a="http://schemas.openxmlformats.org/drawingml/2006/main" w="0">
            <a:noFill/>
          </a:ln>
        </p:spPr>
      </p:sp>
      <p:sp>
        <p:nvSpPr>
          <p:cNvPr id="51" name="sqlite vector 3">
            <a:extLst xmlns:a="http://schemas.openxmlformats.org/drawingml/2006/main">
              <a:ext uri="{FF2B5EF4-FFF2-40B4-BE49-F238E27FC236}">
                <a16:creationId xmlns:a16="http://schemas.microsoft.com/office/drawing/2014/main" id="{8EB01F87-BB32-4353-9CDA-BC604FC5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53100"/>
            <a:ext cx="628650" cy="666750"/>
          </a:xfrm>
          <a:custGeom xmlns:a="http://schemas.openxmlformats.org/drawingml/2006/main">
            <a:pathLst>
              <a:path w="1219200" h="1219200">
                <a:moveTo>
                  <a:pt x="1104424" y="26489"/>
                </a:moveTo>
                <a:lnTo>
                  <a:pt x="1094474" y="18488"/>
                </a:lnTo>
                <a:lnTo>
                  <a:pt x="1084282" y="11981"/>
                </a:lnTo>
                <a:lnTo>
                  <a:pt x="1073865" y="6925"/>
                </a:lnTo>
                <a:lnTo>
                  <a:pt x="1063242" y="3278"/>
                </a:lnTo>
                <a:lnTo>
                  <a:pt x="1052428" y="998"/>
                </a:lnTo>
                <a:lnTo>
                  <a:pt x="1041442" y="44"/>
                </a:lnTo>
                <a:lnTo>
                  <a:pt x="1030302" y="372"/>
                </a:lnTo>
                <a:lnTo>
                  <a:pt x="1019025" y="1941"/>
                </a:lnTo>
                <a:lnTo>
                  <a:pt x="1007628" y="4708"/>
                </a:lnTo>
                <a:lnTo>
                  <a:pt x="996130" y="8632"/>
                </a:lnTo>
                <a:lnTo>
                  <a:pt x="984547" y="13671"/>
                </a:lnTo>
                <a:lnTo>
                  <a:pt x="972897" y="19781"/>
                </a:lnTo>
                <a:lnTo>
                  <a:pt x="961199" y="26922"/>
                </a:lnTo>
                <a:lnTo>
                  <a:pt x="949468" y="35050"/>
                </a:lnTo>
                <a:lnTo>
                  <a:pt x="937724" y="44124"/>
                </a:lnTo>
                <a:lnTo>
                  <a:pt x="925982" y="54102"/>
                </a:lnTo>
                <a:lnTo>
                  <a:pt x="921184" y="58461"/>
                </a:lnTo>
                <a:lnTo>
                  <a:pt x="916453" y="62894"/>
                </a:lnTo>
                <a:lnTo>
                  <a:pt x="911791" y="67398"/>
                </a:lnTo>
                <a:lnTo>
                  <a:pt x="907198" y="71974"/>
                </a:lnTo>
                <a:lnTo>
                  <a:pt x="902677" y="76620"/>
                </a:lnTo>
                <a:lnTo>
                  <a:pt x="898227" y="81334"/>
                </a:lnTo>
                <a:lnTo>
                  <a:pt x="878241" y="103733"/>
                </a:lnTo>
                <a:lnTo>
                  <a:pt x="858526" y="128187"/>
                </a:lnTo>
                <a:lnTo>
                  <a:pt x="839171" y="154482"/>
                </a:lnTo>
                <a:lnTo>
                  <a:pt x="820266" y="182404"/>
                </a:lnTo>
                <a:lnTo>
                  <a:pt x="801898" y="211737"/>
                </a:lnTo>
                <a:lnTo>
                  <a:pt x="784157" y="242266"/>
                </a:lnTo>
                <a:lnTo>
                  <a:pt x="767133" y="273777"/>
                </a:lnTo>
                <a:lnTo>
                  <a:pt x="750913" y="306055"/>
                </a:lnTo>
                <a:lnTo>
                  <a:pt x="735587" y="338885"/>
                </a:lnTo>
                <a:lnTo>
                  <a:pt x="721244" y="372052"/>
                </a:lnTo>
                <a:lnTo>
                  <a:pt x="707973" y="405342"/>
                </a:lnTo>
                <a:lnTo>
                  <a:pt x="695862" y="438539"/>
                </a:lnTo>
                <a:lnTo>
                  <a:pt x="685001" y="471430"/>
                </a:lnTo>
                <a:lnTo>
                  <a:pt x="675479" y="503798"/>
                </a:lnTo>
                <a:lnTo>
                  <a:pt x="667384" y="535429"/>
                </a:lnTo>
                <a:lnTo>
                  <a:pt x="660806" y="566109"/>
                </a:lnTo>
                <a:lnTo>
                  <a:pt x="663030" y="570762"/>
                </a:lnTo>
                <a:lnTo>
                  <a:pt x="665190" y="575551"/>
                </a:lnTo>
                <a:lnTo>
                  <a:pt x="667288" y="580457"/>
                </a:lnTo>
                <a:lnTo>
                  <a:pt x="669322" y="585459"/>
                </a:lnTo>
                <a:lnTo>
                  <a:pt x="671291" y="590536"/>
                </a:lnTo>
                <a:lnTo>
                  <a:pt x="673193" y="595667"/>
                </a:lnTo>
                <a:lnTo>
                  <a:pt x="675029" y="600832"/>
                </a:lnTo>
                <a:lnTo>
                  <a:pt x="676796" y="606010"/>
                </a:lnTo>
                <a:lnTo>
                  <a:pt x="678495" y="611181"/>
                </a:lnTo>
                <a:lnTo>
                  <a:pt x="680124" y="616324"/>
                </a:lnTo>
                <a:lnTo>
                  <a:pt x="681681" y="621417"/>
                </a:lnTo>
                <a:lnTo>
                  <a:pt x="683167" y="626442"/>
                </a:lnTo>
                <a:lnTo>
                  <a:pt x="684580" y="631376"/>
                </a:lnTo>
                <a:lnTo>
                  <a:pt x="685919" y="636200"/>
                </a:lnTo>
                <a:lnTo>
                  <a:pt x="687183" y="640893"/>
                </a:lnTo>
                <a:lnTo>
                  <a:pt x="688372" y="645433"/>
                </a:lnTo>
                <a:lnTo>
                  <a:pt x="688670" y="646572"/>
                </a:lnTo>
                <a:lnTo>
                  <a:pt x="688964" y="647701"/>
                </a:lnTo>
                <a:lnTo>
                  <a:pt x="689255" y="648821"/>
                </a:lnTo>
                <a:lnTo>
                  <a:pt x="689541" y="649929"/>
                </a:lnTo>
                <a:lnTo>
                  <a:pt x="689823" y="651027"/>
                </a:lnTo>
                <a:lnTo>
                  <a:pt x="690101" y="652112"/>
                </a:lnTo>
                <a:lnTo>
                  <a:pt x="690373" y="653185"/>
                </a:lnTo>
                <a:lnTo>
                  <a:pt x="690641" y="654244"/>
                </a:lnTo>
                <a:lnTo>
                  <a:pt x="690904" y="655288"/>
                </a:lnTo>
                <a:lnTo>
                  <a:pt x="691161" y="656318"/>
                </a:lnTo>
                <a:lnTo>
                  <a:pt x="691413" y="657332"/>
                </a:lnTo>
                <a:lnTo>
                  <a:pt x="691659" y="658329"/>
                </a:lnTo>
                <a:lnTo>
                  <a:pt x="691899" y="659310"/>
                </a:lnTo>
                <a:lnTo>
                  <a:pt x="692133" y="660272"/>
                </a:lnTo>
                <a:lnTo>
                  <a:pt x="692361" y="661216"/>
                </a:lnTo>
                <a:lnTo>
                  <a:pt x="692582" y="662140"/>
                </a:lnTo>
                <a:lnTo>
                  <a:pt x="693076" y="664248"/>
                </a:lnTo>
                <a:lnTo>
                  <a:pt x="693540" y="666258"/>
                </a:lnTo>
                <a:lnTo>
                  <a:pt x="693974" y="668164"/>
                </a:lnTo>
                <a:lnTo>
                  <a:pt x="694377" y="669961"/>
                </a:lnTo>
                <a:lnTo>
                  <a:pt x="694750" y="671644"/>
                </a:lnTo>
                <a:lnTo>
                  <a:pt x="695092" y="673208"/>
                </a:lnTo>
                <a:lnTo>
                  <a:pt x="695402" y="674647"/>
                </a:lnTo>
                <a:lnTo>
                  <a:pt x="695681" y="675957"/>
                </a:lnTo>
                <a:lnTo>
                  <a:pt x="695928" y="677132"/>
                </a:lnTo>
                <a:lnTo>
                  <a:pt x="696143" y="678168"/>
                </a:lnTo>
                <a:lnTo>
                  <a:pt x="696326" y="679058"/>
                </a:lnTo>
                <a:lnTo>
                  <a:pt x="696476" y="679798"/>
                </a:lnTo>
                <a:lnTo>
                  <a:pt x="696593" y="680382"/>
                </a:lnTo>
                <a:lnTo>
                  <a:pt x="696677" y="680806"/>
                </a:lnTo>
                <a:lnTo>
                  <a:pt x="696727" y="681065"/>
                </a:lnTo>
                <a:lnTo>
                  <a:pt x="696744" y="681152"/>
                </a:lnTo>
                <a:lnTo>
                  <a:pt x="696732" y="681108"/>
                </a:lnTo>
                <a:lnTo>
                  <a:pt x="696695" y="680973"/>
                </a:lnTo>
                <a:lnTo>
                  <a:pt x="696629" y="680740"/>
                </a:lnTo>
                <a:lnTo>
                  <a:pt x="696532" y="680403"/>
                </a:lnTo>
                <a:lnTo>
                  <a:pt x="696401" y="679957"/>
                </a:lnTo>
                <a:lnTo>
                  <a:pt x="696232" y="679395"/>
                </a:lnTo>
                <a:lnTo>
                  <a:pt x="696023" y="678712"/>
                </a:lnTo>
                <a:lnTo>
                  <a:pt x="695770" y="677900"/>
                </a:lnTo>
                <a:lnTo>
                  <a:pt x="695472" y="676955"/>
                </a:lnTo>
                <a:lnTo>
                  <a:pt x="695124" y="675870"/>
                </a:lnTo>
                <a:lnTo>
                  <a:pt x="694724" y="674639"/>
                </a:lnTo>
                <a:lnTo>
                  <a:pt x="694269" y="673256"/>
                </a:lnTo>
                <a:lnTo>
                  <a:pt x="693756" y="671715"/>
                </a:lnTo>
                <a:lnTo>
                  <a:pt x="693182" y="670010"/>
                </a:lnTo>
                <a:lnTo>
                  <a:pt x="692544" y="668135"/>
                </a:lnTo>
                <a:lnTo>
                  <a:pt x="691839" y="666083"/>
                </a:lnTo>
                <a:lnTo>
                  <a:pt x="691698" y="665670"/>
                </a:lnTo>
                <a:lnTo>
                  <a:pt x="691555" y="665251"/>
                </a:lnTo>
                <a:lnTo>
                  <a:pt x="691409" y="664826"/>
                </a:lnTo>
                <a:lnTo>
                  <a:pt x="691260" y="664396"/>
                </a:lnTo>
                <a:lnTo>
                  <a:pt x="691109" y="663959"/>
                </a:lnTo>
                <a:lnTo>
                  <a:pt x="690955" y="663517"/>
                </a:lnTo>
                <a:lnTo>
                  <a:pt x="690798" y="663068"/>
                </a:lnTo>
                <a:lnTo>
                  <a:pt x="690639" y="662613"/>
                </a:lnTo>
                <a:lnTo>
                  <a:pt x="690477" y="662151"/>
                </a:lnTo>
                <a:lnTo>
                  <a:pt x="690312" y="661682"/>
                </a:lnTo>
                <a:lnTo>
                  <a:pt x="690144" y="661207"/>
                </a:lnTo>
                <a:lnTo>
                  <a:pt x="689974" y="660724"/>
                </a:lnTo>
                <a:lnTo>
                  <a:pt x="689802" y="660234"/>
                </a:lnTo>
                <a:lnTo>
                  <a:pt x="689626" y="659737"/>
                </a:lnTo>
                <a:lnTo>
                  <a:pt x="689448" y="659233"/>
                </a:lnTo>
                <a:lnTo>
                  <a:pt x="689267" y="658720"/>
                </a:lnTo>
                <a:lnTo>
                  <a:pt x="689188" y="658495"/>
                </a:lnTo>
                <a:lnTo>
                  <a:pt x="689105" y="658263"/>
                </a:lnTo>
                <a:lnTo>
                  <a:pt x="689019" y="658027"/>
                </a:lnTo>
                <a:lnTo>
                  <a:pt x="688928" y="657787"/>
                </a:lnTo>
                <a:lnTo>
                  <a:pt x="688834" y="657541"/>
                </a:lnTo>
                <a:lnTo>
                  <a:pt x="688737" y="657291"/>
                </a:lnTo>
                <a:lnTo>
                  <a:pt x="688637" y="657037"/>
                </a:lnTo>
                <a:lnTo>
                  <a:pt x="688534" y="656779"/>
                </a:lnTo>
                <a:lnTo>
                  <a:pt x="688428" y="656516"/>
                </a:lnTo>
                <a:lnTo>
                  <a:pt x="688320" y="656250"/>
                </a:lnTo>
                <a:lnTo>
                  <a:pt x="688209" y="655981"/>
                </a:lnTo>
                <a:lnTo>
                  <a:pt x="688096" y="655708"/>
                </a:lnTo>
                <a:lnTo>
                  <a:pt x="687982" y="655432"/>
                </a:lnTo>
                <a:lnTo>
                  <a:pt x="687866" y="655153"/>
                </a:lnTo>
                <a:lnTo>
                  <a:pt x="687748" y="654871"/>
                </a:lnTo>
                <a:lnTo>
                  <a:pt x="687629" y="654587"/>
                </a:lnTo>
                <a:lnTo>
                  <a:pt x="686179" y="651342"/>
                </a:lnTo>
                <a:lnTo>
                  <a:pt x="684473" y="647729"/>
                </a:lnTo>
                <a:lnTo>
                  <a:pt x="682546" y="643802"/>
                </a:lnTo>
                <a:lnTo>
                  <a:pt x="680432" y="639616"/>
                </a:lnTo>
                <a:lnTo>
                  <a:pt x="678163" y="635225"/>
                </a:lnTo>
                <a:lnTo>
                  <a:pt x="675776" y="630686"/>
                </a:lnTo>
                <a:lnTo>
                  <a:pt x="673303" y="626052"/>
                </a:lnTo>
                <a:lnTo>
                  <a:pt x="670778" y="621379"/>
                </a:lnTo>
                <a:lnTo>
                  <a:pt x="668236" y="616722"/>
                </a:lnTo>
                <a:lnTo>
                  <a:pt x="665710" y="612135"/>
                </a:lnTo>
                <a:lnTo>
                  <a:pt x="663235" y="607674"/>
                </a:lnTo>
                <a:lnTo>
                  <a:pt x="660844" y="603394"/>
                </a:lnTo>
                <a:lnTo>
                  <a:pt x="658571" y="599349"/>
                </a:lnTo>
                <a:lnTo>
                  <a:pt x="656452" y="595595"/>
                </a:lnTo>
                <a:lnTo>
                  <a:pt x="654518" y="592187"/>
                </a:lnTo>
                <a:lnTo>
                  <a:pt x="652805" y="589178"/>
                </a:lnTo>
                <a:lnTo>
                  <a:pt x="651454" y="593181"/>
                </a:lnTo>
                <a:lnTo>
                  <a:pt x="650123" y="597151"/>
                </a:lnTo>
                <a:lnTo>
                  <a:pt x="648811" y="601089"/>
                </a:lnTo>
                <a:lnTo>
                  <a:pt x="647520" y="604992"/>
                </a:lnTo>
                <a:lnTo>
                  <a:pt x="646250" y="608861"/>
                </a:lnTo>
                <a:lnTo>
                  <a:pt x="645000" y="612693"/>
                </a:lnTo>
                <a:lnTo>
                  <a:pt x="643772" y="616489"/>
                </a:lnTo>
                <a:lnTo>
                  <a:pt x="642565" y="620248"/>
                </a:lnTo>
                <a:lnTo>
                  <a:pt x="641380" y="623968"/>
                </a:lnTo>
                <a:lnTo>
                  <a:pt x="640216" y="627648"/>
                </a:lnTo>
                <a:lnTo>
                  <a:pt x="639076" y="631288"/>
                </a:lnTo>
                <a:lnTo>
                  <a:pt x="637958" y="634887"/>
                </a:lnTo>
                <a:lnTo>
                  <a:pt x="636862" y="638444"/>
                </a:lnTo>
                <a:lnTo>
                  <a:pt x="635790" y="641958"/>
                </a:lnTo>
                <a:lnTo>
                  <a:pt x="634742" y="645428"/>
                </a:lnTo>
                <a:lnTo>
                  <a:pt x="633717" y="648853"/>
                </a:lnTo>
                <a:lnTo>
                  <a:pt x="638208" y="657622"/>
                </a:lnTo>
                <a:lnTo>
                  <a:pt x="642465" y="666984"/>
                </a:lnTo>
                <a:lnTo>
                  <a:pt x="646483" y="676778"/>
                </a:lnTo>
                <a:lnTo>
                  <a:pt x="650252" y="686845"/>
                </a:lnTo>
                <a:lnTo>
                  <a:pt x="653764" y="697024"/>
                </a:lnTo>
                <a:lnTo>
                  <a:pt x="657012" y="707156"/>
                </a:lnTo>
                <a:lnTo>
                  <a:pt x="659989" y="717081"/>
                </a:lnTo>
                <a:lnTo>
                  <a:pt x="662685" y="726640"/>
                </a:lnTo>
                <a:lnTo>
                  <a:pt x="665094" y="735672"/>
                </a:lnTo>
                <a:lnTo>
                  <a:pt x="667207" y="744018"/>
                </a:lnTo>
                <a:lnTo>
                  <a:pt x="669017" y="751519"/>
                </a:lnTo>
                <a:lnTo>
                  <a:pt x="670515" y="758014"/>
                </a:lnTo>
                <a:lnTo>
                  <a:pt x="671694" y="763344"/>
                </a:lnTo>
                <a:lnTo>
                  <a:pt x="672546" y="767348"/>
                </a:lnTo>
                <a:lnTo>
                  <a:pt x="673062" y="769868"/>
                </a:lnTo>
                <a:lnTo>
                  <a:pt x="673237" y="770744"/>
                </a:lnTo>
                <a:lnTo>
                  <a:pt x="673220" y="770684"/>
                </a:lnTo>
                <a:lnTo>
                  <a:pt x="673168" y="770496"/>
                </a:lnTo>
                <a:lnTo>
                  <a:pt x="673076" y="770170"/>
                </a:lnTo>
                <a:lnTo>
                  <a:pt x="672937" y="769694"/>
                </a:lnTo>
                <a:lnTo>
                  <a:pt x="672746" y="769058"/>
                </a:lnTo>
                <a:lnTo>
                  <a:pt x="672500" y="768252"/>
                </a:lnTo>
                <a:lnTo>
                  <a:pt x="672191" y="767263"/>
                </a:lnTo>
                <a:lnTo>
                  <a:pt x="671816" y="766081"/>
                </a:lnTo>
                <a:lnTo>
                  <a:pt x="671369" y="764696"/>
                </a:lnTo>
                <a:lnTo>
                  <a:pt x="670845" y="763097"/>
                </a:lnTo>
                <a:lnTo>
                  <a:pt x="670238" y="761272"/>
                </a:lnTo>
                <a:lnTo>
                  <a:pt x="669544" y="759211"/>
                </a:lnTo>
                <a:lnTo>
                  <a:pt x="668757" y="756903"/>
                </a:lnTo>
                <a:lnTo>
                  <a:pt x="667872" y="754337"/>
                </a:lnTo>
                <a:lnTo>
                  <a:pt x="666884" y="751503"/>
                </a:lnTo>
                <a:lnTo>
                  <a:pt x="665788" y="748389"/>
                </a:lnTo>
                <a:lnTo>
                  <a:pt x="664511" y="745131"/>
                </a:lnTo>
                <a:lnTo>
                  <a:pt x="662786" y="741216"/>
                </a:lnTo>
                <a:lnTo>
                  <a:pt x="660676" y="736745"/>
                </a:lnTo>
                <a:lnTo>
                  <a:pt x="658244" y="731819"/>
                </a:lnTo>
                <a:lnTo>
                  <a:pt x="655550" y="726538"/>
                </a:lnTo>
                <a:lnTo>
                  <a:pt x="652659" y="721005"/>
                </a:lnTo>
                <a:lnTo>
                  <a:pt x="649631" y="715320"/>
                </a:lnTo>
                <a:lnTo>
                  <a:pt x="646531" y="709584"/>
                </a:lnTo>
                <a:lnTo>
                  <a:pt x="643419" y="703899"/>
                </a:lnTo>
                <a:lnTo>
                  <a:pt x="640359" y="698365"/>
                </a:lnTo>
                <a:lnTo>
                  <a:pt x="637413" y="693084"/>
                </a:lnTo>
                <a:lnTo>
                  <a:pt x="634643" y="688156"/>
                </a:lnTo>
                <a:lnTo>
                  <a:pt x="632112" y="683684"/>
                </a:lnTo>
                <a:lnTo>
                  <a:pt x="629881" y="679768"/>
                </a:lnTo>
                <a:lnTo>
                  <a:pt x="628015" y="676509"/>
                </a:lnTo>
                <a:lnTo>
                  <a:pt x="626574" y="674008"/>
                </a:lnTo>
                <a:lnTo>
                  <a:pt x="624574" y="681497"/>
                </a:lnTo>
                <a:lnTo>
                  <a:pt x="622733" y="688664"/>
                </a:lnTo>
                <a:lnTo>
                  <a:pt x="621054" y="695499"/>
                </a:lnTo>
                <a:lnTo>
                  <a:pt x="619540" y="701990"/>
                </a:lnTo>
                <a:lnTo>
                  <a:pt x="618192" y="708127"/>
                </a:lnTo>
                <a:lnTo>
                  <a:pt x="617014" y="713898"/>
                </a:lnTo>
                <a:lnTo>
                  <a:pt x="616007" y="719292"/>
                </a:lnTo>
                <a:lnTo>
                  <a:pt x="615175" y="724299"/>
                </a:lnTo>
                <a:lnTo>
                  <a:pt x="614518" y="728907"/>
                </a:lnTo>
                <a:lnTo>
                  <a:pt x="614041" y="733105"/>
                </a:lnTo>
                <a:lnTo>
                  <a:pt x="613746" y="736882"/>
                </a:lnTo>
                <a:lnTo>
                  <a:pt x="613634" y="740227"/>
                </a:lnTo>
                <a:lnTo>
                  <a:pt x="613709" y="743128"/>
                </a:lnTo>
                <a:lnTo>
                  <a:pt x="613973" y="745576"/>
                </a:lnTo>
                <a:lnTo>
                  <a:pt x="614428" y="747559"/>
                </a:lnTo>
                <a:lnTo>
                  <a:pt x="615077" y="749065"/>
                </a:lnTo>
                <a:lnTo>
                  <a:pt x="616517" y="751607"/>
                </a:lnTo>
                <a:lnTo>
                  <a:pt x="617946" y="754361"/>
                </a:lnTo>
                <a:lnTo>
                  <a:pt x="619364" y="757317"/>
                </a:lnTo>
                <a:lnTo>
                  <a:pt x="620771" y="760465"/>
                </a:lnTo>
                <a:lnTo>
                  <a:pt x="622165" y="763792"/>
                </a:lnTo>
                <a:lnTo>
                  <a:pt x="623546" y="767290"/>
                </a:lnTo>
                <a:lnTo>
                  <a:pt x="624914" y="770947"/>
                </a:lnTo>
                <a:lnTo>
                  <a:pt x="626268" y="774753"/>
                </a:lnTo>
                <a:lnTo>
                  <a:pt x="627606" y="778697"/>
                </a:lnTo>
                <a:lnTo>
                  <a:pt x="628929" y="782769"/>
                </a:lnTo>
                <a:lnTo>
                  <a:pt x="630236" y="786958"/>
                </a:lnTo>
                <a:lnTo>
                  <a:pt x="631527" y="791254"/>
                </a:lnTo>
                <a:lnTo>
                  <a:pt x="632800" y="795646"/>
                </a:lnTo>
                <a:lnTo>
                  <a:pt x="634055" y="800123"/>
                </a:lnTo>
                <a:lnTo>
                  <a:pt x="635291" y="804675"/>
                </a:lnTo>
                <a:lnTo>
                  <a:pt x="636508" y="809292"/>
                </a:lnTo>
                <a:lnTo>
                  <a:pt x="639177" y="819893"/>
                </a:lnTo>
                <a:lnTo>
                  <a:pt x="641734" y="830662"/>
                </a:lnTo>
                <a:lnTo>
                  <a:pt x="644172" y="841481"/>
                </a:lnTo>
                <a:lnTo>
                  <a:pt x="646481" y="852233"/>
                </a:lnTo>
                <a:lnTo>
                  <a:pt x="648653" y="862800"/>
                </a:lnTo>
                <a:lnTo>
                  <a:pt x="650681" y="873065"/>
                </a:lnTo>
                <a:lnTo>
                  <a:pt x="652555" y="882910"/>
                </a:lnTo>
                <a:lnTo>
                  <a:pt x="654267" y="892217"/>
                </a:lnTo>
                <a:lnTo>
                  <a:pt x="655810" y="900870"/>
                </a:lnTo>
                <a:lnTo>
                  <a:pt x="657174" y="908751"/>
                </a:lnTo>
                <a:lnTo>
                  <a:pt x="658351" y="915741"/>
                </a:lnTo>
                <a:lnTo>
                  <a:pt x="659332" y="921724"/>
                </a:lnTo>
                <a:lnTo>
                  <a:pt x="660111" y="926582"/>
                </a:lnTo>
                <a:lnTo>
                  <a:pt x="660677" y="930197"/>
                </a:lnTo>
                <a:lnTo>
                  <a:pt x="661023" y="932453"/>
                </a:lnTo>
                <a:lnTo>
                  <a:pt x="661140" y="933231"/>
                </a:lnTo>
                <a:lnTo>
                  <a:pt x="661143" y="933283"/>
                </a:lnTo>
                <a:lnTo>
                  <a:pt x="661154" y="933436"/>
                </a:lnTo>
                <a:lnTo>
                  <a:pt x="661171" y="933689"/>
                </a:lnTo>
                <a:lnTo>
                  <a:pt x="661195" y="934038"/>
                </a:lnTo>
                <a:lnTo>
                  <a:pt x="661227" y="934480"/>
                </a:lnTo>
                <a:lnTo>
                  <a:pt x="661265" y="935012"/>
                </a:lnTo>
                <a:lnTo>
                  <a:pt x="661310" y="935631"/>
                </a:lnTo>
                <a:lnTo>
                  <a:pt x="661362" y="936335"/>
                </a:lnTo>
                <a:lnTo>
                  <a:pt x="661422" y="937120"/>
                </a:lnTo>
                <a:lnTo>
                  <a:pt x="661488" y="937985"/>
                </a:lnTo>
                <a:lnTo>
                  <a:pt x="661562" y="938925"/>
                </a:lnTo>
                <a:lnTo>
                  <a:pt x="661642" y="939938"/>
                </a:lnTo>
                <a:lnTo>
                  <a:pt x="661730" y="941021"/>
                </a:lnTo>
                <a:lnTo>
                  <a:pt x="661824" y="942171"/>
                </a:lnTo>
                <a:lnTo>
                  <a:pt x="661926" y="943385"/>
                </a:lnTo>
                <a:lnTo>
                  <a:pt x="662035" y="944661"/>
                </a:lnTo>
                <a:lnTo>
                  <a:pt x="661308" y="967927"/>
                </a:lnTo>
                <a:lnTo>
                  <a:pt x="661061" y="991204"/>
                </a:lnTo>
                <a:lnTo>
                  <a:pt x="661293" y="1014480"/>
                </a:lnTo>
                <a:lnTo>
                  <a:pt x="662005" y="1037747"/>
                </a:lnTo>
                <a:lnTo>
                  <a:pt x="663195" y="1060994"/>
                </a:lnTo>
                <a:lnTo>
                  <a:pt x="664864" y="1084212"/>
                </a:lnTo>
                <a:lnTo>
                  <a:pt x="665813" y="1095024"/>
                </a:lnTo>
                <a:lnTo>
                  <a:pt x="666860" y="1105624"/>
                </a:lnTo>
                <a:lnTo>
                  <a:pt x="668000" y="1115987"/>
                </a:lnTo>
                <a:lnTo>
                  <a:pt x="669232" y="1126093"/>
                </a:lnTo>
                <a:lnTo>
                  <a:pt x="670553" y="1135919"/>
                </a:lnTo>
                <a:lnTo>
                  <a:pt x="671961" y="1145443"/>
                </a:lnTo>
                <a:lnTo>
                  <a:pt x="673453" y="1154643"/>
                </a:lnTo>
                <a:lnTo>
                  <a:pt x="675026" y="1163497"/>
                </a:lnTo>
                <a:lnTo>
                  <a:pt x="676678" y="1171982"/>
                </a:lnTo>
                <a:lnTo>
                  <a:pt x="678407" y="1180076"/>
                </a:lnTo>
                <a:lnTo>
                  <a:pt x="680209" y="1187758"/>
                </a:lnTo>
                <a:lnTo>
                  <a:pt x="682083" y="1195005"/>
                </a:lnTo>
                <a:lnTo>
                  <a:pt x="684025" y="1201794"/>
                </a:lnTo>
                <a:lnTo>
                  <a:pt x="686033" y="1208105"/>
                </a:lnTo>
                <a:lnTo>
                  <a:pt x="688106" y="1213914"/>
                </a:lnTo>
                <a:lnTo>
                  <a:pt x="690239" y="1219200"/>
                </a:lnTo>
                <a:lnTo>
                  <a:pt x="698125" y="1214923"/>
                </a:lnTo>
                <a:lnTo>
                  <a:pt x="695063" y="1204847"/>
                </a:lnTo>
                <a:lnTo>
                  <a:pt x="692236" y="1194395"/>
                </a:lnTo>
                <a:lnTo>
                  <a:pt x="689645" y="1183576"/>
                </a:lnTo>
                <a:lnTo>
                  <a:pt x="687289" y="1172397"/>
                </a:lnTo>
                <a:lnTo>
                  <a:pt x="685168" y="1160869"/>
                </a:lnTo>
                <a:lnTo>
                  <a:pt x="683283" y="1148999"/>
                </a:lnTo>
                <a:lnTo>
                  <a:pt x="681632" y="1136796"/>
                </a:lnTo>
                <a:lnTo>
                  <a:pt x="680215" y="1124269"/>
                </a:lnTo>
                <a:lnTo>
                  <a:pt x="679032" y="1111426"/>
                </a:lnTo>
                <a:lnTo>
                  <a:pt x="678083" y="1098276"/>
                </a:lnTo>
                <a:lnTo>
                  <a:pt x="677368" y="1084828"/>
                </a:lnTo>
                <a:lnTo>
                  <a:pt x="676886" y="1071090"/>
                </a:lnTo>
                <a:lnTo>
                  <a:pt x="676637" y="1057071"/>
                </a:lnTo>
                <a:lnTo>
                  <a:pt x="676620" y="1042779"/>
                </a:lnTo>
                <a:lnTo>
                  <a:pt x="676836" y="1028223"/>
                </a:lnTo>
                <a:lnTo>
                  <a:pt x="677285" y="1013412"/>
                </a:lnTo>
                <a:lnTo>
                  <a:pt x="678417" y="990276"/>
                </a:lnTo>
                <a:lnTo>
                  <a:pt x="680099" y="966580"/>
                </a:lnTo>
                <a:lnTo>
                  <a:pt x="682332" y="942353"/>
                </a:lnTo>
                <a:lnTo>
                  <a:pt x="685115" y="917621"/>
                </a:lnTo>
                <a:lnTo>
                  <a:pt x="688450" y="892413"/>
                </a:lnTo>
                <a:lnTo>
                  <a:pt x="692336" y="866756"/>
                </a:lnTo>
                <a:lnTo>
                  <a:pt x="696775" y="840678"/>
                </a:lnTo>
                <a:lnTo>
                  <a:pt x="701766" y="814205"/>
                </a:lnTo>
                <a:lnTo>
                  <a:pt x="707310" y="787367"/>
                </a:lnTo>
                <a:lnTo>
                  <a:pt x="713408" y="760190"/>
                </a:lnTo>
                <a:lnTo>
                  <a:pt x="720059" y="732701"/>
                </a:lnTo>
                <a:lnTo>
                  <a:pt x="727265" y="704930"/>
                </a:lnTo>
                <a:lnTo>
                  <a:pt x="735025" y="676902"/>
                </a:lnTo>
                <a:lnTo>
                  <a:pt x="743341" y="648646"/>
                </a:lnTo>
                <a:lnTo>
                  <a:pt x="752211" y="620189"/>
                </a:lnTo>
                <a:lnTo>
                  <a:pt x="761638" y="591560"/>
                </a:lnTo>
                <a:lnTo>
                  <a:pt x="778439" y="548763"/>
                </a:lnTo>
                <a:lnTo>
                  <a:pt x="795969" y="507114"/>
                </a:lnTo>
                <a:lnTo>
                  <a:pt x="814163" y="466687"/>
                </a:lnTo>
                <a:lnTo>
                  <a:pt x="832957" y="427556"/>
                </a:lnTo>
                <a:lnTo>
                  <a:pt x="852285" y="389797"/>
                </a:lnTo>
                <a:lnTo>
                  <a:pt x="872084" y="353484"/>
                </a:lnTo>
                <a:lnTo>
                  <a:pt x="892289" y="318693"/>
                </a:lnTo>
                <a:lnTo>
                  <a:pt x="912834" y="285499"/>
                </a:lnTo>
                <a:lnTo>
                  <a:pt x="933656" y="253975"/>
                </a:lnTo>
                <a:lnTo>
                  <a:pt x="954688" y="224198"/>
                </a:lnTo>
                <a:lnTo>
                  <a:pt x="975868" y="196242"/>
                </a:lnTo>
                <a:lnTo>
                  <a:pt x="997129" y="170182"/>
                </a:lnTo>
                <a:lnTo>
                  <a:pt x="1018407" y="146093"/>
                </a:lnTo>
                <a:lnTo>
                  <a:pt x="1039638" y="124050"/>
                </a:lnTo>
                <a:lnTo>
                  <a:pt x="1060756" y="104128"/>
                </a:lnTo>
                <a:lnTo>
                  <a:pt x="1081697" y="86401"/>
                </a:lnTo>
                <a:lnTo>
                  <a:pt x="1062320" y="105852"/>
                </a:lnTo>
                <a:lnTo>
                  <a:pt x="1042297" y="129525"/>
                </a:lnTo>
                <a:lnTo>
                  <a:pt x="1021822" y="156848"/>
                </a:lnTo>
                <a:lnTo>
                  <a:pt x="1001087" y="187248"/>
                </a:lnTo>
                <a:lnTo>
                  <a:pt x="980286" y="220152"/>
                </a:lnTo>
                <a:lnTo>
                  <a:pt x="959612" y="254987"/>
                </a:lnTo>
                <a:lnTo>
                  <a:pt x="939257" y="291181"/>
                </a:lnTo>
                <a:lnTo>
                  <a:pt x="919415" y="328161"/>
                </a:lnTo>
                <a:lnTo>
                  <a:pt x="900279" y="365354"/>
                </a:lnTo>
                <a:lnTo>
                  <a:pt x="882042" y="402187"/>
                </a:lnTo>
                <a:lnTo>
                  <a:pt x="864897" y="438088"/>
                </a:lnTo>
                <a:lnTo>
                  <a:pt x="849037" y="472484"/>
                </a:lnTo>
                <a:lnTo>
                  <a:pt x="834655" y="504802"/>
                </a:lnTo>
                <a:lnTo>
                  <a:pt x="821945" y="534468"/>
                </a:lnTo>
                <a:lnTo>
                  <a:pt x="811098" y="560912"/>
                </a:lnTo>
                <a:lnTo>
                  <a:pt x="802310" y="583559"/>
                </a:lnTo>
                <a:lnTo>
                  <a:pt x="793858" y="606493"/>
                </a:lnTo>
                <a:lnTo>
                  <a:pt x="785718" y="629253"/>
                </a:lnTo>
                <a:lnTo>
                  <a:pt x="777891" y="651843"/>
                </a:lnTo>
                <a:lnTo>
                  <a:pt x="770374" y="674267"/>
                </a:lnTo>
                <a:lnTo>
                  <a:pt x="763167" y="696530"/>
                </a:lnTo>
                <a:lnTo>
                  <a:pt x="756271" y="718635"/>
                </a:lnTo>
                <a:lnTo>
                  <a:pt x="749683" y="740587"/>
                </a:lnTo>
                <a:lnTo>
                  <a:pt x="743404" y="762389"/>
                </a:lnTo>
                <a:lnTo>
                  <a:pt x="737432" y="784046"/>
                </a:lnTo>
                <a:lnTo>
                  <a:pt x="731768" y="805562"/>
                </a:lnTo>
                <a:lnTo>
                  <a:pt x="726410" y="826942"/>
                </a:lnTo>
                <a:lnTo>
                  <a:pt x="721357" y="848188"/>
                </a:lnTo>
                <a:lnTo>
                  <a:pt x="716610" y="869305"/>
                </a:lnTo>
                <a:lnTo>
                  <a:pt x="712167" y="890298"/>
                </a:lnTo>
                <a:lnTo>
                  <a:pt x="708029" y="911170"/>
                </a:lnTo>
                <a:lnTo>
                  <a:pt x="704193" y="931926"/>
                </a:lnTo>
                <a:lnTo>
                  <a:pt x="711375" y="913213"/>
                </a:lnTo>
                <a:lnTo>
                  <a:pt x="720059" y="895863"/>
                </a:lnTo>
                <a:lnTo>
                  <a:pt x="729976" y="879853"/>
                </a:lnTo>
                <a:lnTo>
                  <a:pt x="740852" y="865162"/>
                </a:lnTo>
                <a:lnTo>
                  <a:pt x="752418" y="851768"/>
                </a:lnTo>
                <a:lnTo>
                  <a:pt x="764401" y="839652"/>
                </a:lnTo>
                <a:lnTo>
                  <a:pt x="776530" y="828791"/>
                </a:lnTo>
                <a:lnTo>
                  <a:pt x="788534" y="819163"/>
                </a:lnTo>
                <a:lnTo>
                  <a:pt x="800142" y="810748"/>
                </a:lnTo>
                <a:lnTo>
                  <a:pt x="811083" y="803524"/>
                </a:lnTo>
                <a:lnTo>
                  <a:pt x="821085" y="797471"/>
                </a:lnTo>
                <a:lnTo>
                  <a:pt x="829876" y="792565"/>
                </a:lnTo>
                <a:lnTo>
                  <a:pt x="837187" y="788787"/>
                </a:lnTo>
                <a:lnTo>
                  <a:pt x="842744" y="786115"/>
                </a:lnTo>
                <a:lnTo>
                  <a:pt x="846277" y="784527"/>
                </a:lnTo>
                <a:lnTo>
                  <a:pt x="847515" y="784003"/>
                </a:lnTo>
                <a:lnTo>
                  <a:pt x="848134" y="783235"/>
                </a:lnTo>
                <a:lnTo>
                  <a:pt x="849945" y="780970"/>
                </a:lnTo>
                <a:lnTo>
                  <a:pt x="852884" y="777263"/>
                </a:lnTo>
                <a:lnTo>
                  <a:pt x="856886" y="772169"/>
                </a:lnTo>
                <a:lnTo>
                  <a:pt x="861884" y="765745"/>
                </a:lnTo>
                <a:lnTo>
                  <a:pt x="867814" y="758045"/>
                </a:lnTo>
                <a:lnTo>
                  <a:pt x="874611" y="749126"/>
                </a:lnTo>
                <a:lnTo>
                  <a:pt x="882208" y="739042"/>
                </a:lnTo>
                <a:lnTo>
                  <a:pt x="890541" y="727851"/>
                </a:lnTo>
                <a:lnTo>
                  <a:pt x="899544" y="715606"/>
                </a:lnTo>
                <a:lnTo>
                  <a:pt x="909152" y="702364"/>
                </a:lnTo>
                <a:lnTo>
                  <a:pt x="919299" y="688181"/>
                </a:lnTo>
                <a:lnTo>
                  <a:pt x="929921" y="673112"/>
                </a:lnTo>
                <a:lnTo>
                  <a:pt x="940952" y="657212"/>
                </a:lnTo>
                <a:lnTo>
                  <a:pt x="952326" y="640538"/>
                </a:lnTo>
                <a:lnTo>
                  <a:pt x="963978" y="623145"/>
                </a:lnTo>
                <a:lnTo>
                  <a:pt x="956657" y="624825"/>
                </a:lnTo>
                <a:lnTo>
                  <a:pt x="948866" y="626630"/>
                </a:lnTo>
                <a:lnTo>
                  <a:pt x="940702" y="628542"/>
                </a:lnTo>
                <a:lnTo>
                  <a:pt x="932260" y="630543"/>
                </a:lnTo>
                <a:lnTo>
                  <a:pt x="923634" y="632615"/>
                </a:lnTo>
                <a:lnTo>
                  <a:pt x="914921" y="634741"/>
                </a:lnTo>
                <a:lnTo>
                  <a:pt x="906216" y="636903"/>
                </a:lnTo>
                <a:lnTo>
                  <a:pt x="897615" y="639083"/>
                </a:lnTo>
                <a:lnTo>
                  <a:pt x="889212" y="641265"/>
                </a:lnTo>
                <a:lnTo>
                  <a:pt x="881104" y="643429"/>
                </a:lnTo>
                <a:lnTo>
                  <a:pt x="873385" y="645559"/>
                </a:lnTo>
                <a:lnTo>
                  <a:pt x="866152" y="647636"/>
                </a:lnTo>
                <a:lnTo>
                  <a:pt x="859500" y="649644"/>
                </a:lnTo>
                <a:lnTo>
                  <a:pt x="853523" y="651565"/>
                </a:lnTo>
                <a:lnTo>
                  <a:pt x="848319" y="653380"/>
                </a:lnTo>
                <a:lnTo>
                  <a:pt x="843982" y="655072"/>
                </a:lnTo>
                <a:lnTo>
                  <a:pt x="838524" y="657375"/>
                </a:lnTo>
                <a:lnTo>
                  <a:pt x="833566" y="659485"/>
                </a:lnTo>
                <a:lnTo>
                  <a:pt x="829088" y="661408"/>
                </a:lnTo>
                <a:lnTo>
                  <a:pt x="825070" y="663152"/>
                </a:lnTo>
                <a:lnTo>
                  <a:pt x="821491" y="664721"/>
                </a:lnTo>
                <a:lnTo>
                  <a:pt x="818330" y="666123"/>
                </a:lnTo>
                <a:lnTo>
                  <a:pt x="815568" y="667362"/>
                </a:lnTo>
                <a:lnTo>
                  <a:pt x="813183" y="668445"/>
                </a:lnTo>
                <a:lnTo>
                  <a:pt x="811155" y="669379"/>
                </a:lnTo>
                <a:lnTo>
                  <a:pt x="809464" y="670168"/>
                </a:lnTo>
                <a:lnTo>
                  <a:pt x="808089" y="670819"/>
                </a:lnTo>
                <a:lnTo>
                  <a:pt x="807010" y="671339"/>
                </a:lnTo>
                <a:lnTo>
                  <a:pt x="806207" y="671732"/>
                </a:lnTo>
                <a:lnTo>
                  <a:pt x="805658" y="672006"/>
                </a:lnTo>
                <a:lnTo>
                  <a:pt x="805344" y="672165"/>
                </a:lnTo>
                <a:lnTo>
                  <a:pt x="805243" y="672217"/>
                </a:lnTo>
                <a:lnTo>
                  <a:pt x="806374" y="671536"/>
                </a:lnTo>
                <a:lnTo>
                  <a:pt x="809654" y="669581"/>
                </a:lnTo>
                <a:lnTo>
                  <a:pt x="814919" y="666489"/>
                </a:lnTo>
                <a:lnTo>
                  <a:pt x="822003" y="662398"/>
                </a:lnTo>
                <a:lnTo>
                  <a:pt x="830742" y="657442"/>
                </a:lnTo>
                <a:lnTo>
                  <a:pt x="840969" y="651758"/>
                </a:lnTo>
                <a:lnTo>
                  <a:pt x="852521" y="645483"/>
                </a:lnTo>
                <a:lnTo>
                  <a:pt x="865231" y="638752"/>
                </a:lnTo>
                <a:lnTo>
                  <a:pt x="878934" y="631703"/>
                </a:lnTo>
                <a:lnTo>
                  <a:pt x="893466" y="624470"/>
                </a:lnTo>
                <a:lnTo>
                  <a:pt x="908660" y="617191"/>
                </a:lnTo>
                <a:lnTo>
                  <a:pt x="924352" y="610001"/>
                </a:lnTo>
                <a:lnTo>
                  <a:pt x="940376" y="603037"/>
                </a:lnTo>
                <a:lnTo>
                  <a:pt x="956567" y="596436"/>
                </a:lnTo>
                <a:lnTo>
                  <a:pt x="972760" y="590332"/>
                </a:lnTo>
                <a:lnTo>
                  <a:pt x="988790" y="584864"/>
                </a:lnTo>
                <a:lnTo>
                  <a:pt x="1010697" y="549598"/>
                </a:lnTo>
                <a:lnTo>
                  <a:pt x="1032459" y="512851"/>
                </a:lnTo>
                <a:lnTo>
                  <a:pt x="1053689" y="474950"/>
                </a:lnTo>
                <a:lnTo>
                  <a:pt x="1073997" y="436223"/>
                </a:lnTo>
                <a:lnTo>
                  <a:pt x="1092995" y="396998"/>
                </a:lnTo>
                <a:lnTo>
                  <a:pt x="1110296" y="357603"/>
                </a:lnTo>
                <a:lnTo>
                  <a:pt x="1125510" y="318367"/>
                </a:lnTo>
                <a:lnTo>
                  <a:pt x="1138248" y="279617"/>
                </a:lnTo>
                <a:lnTo>
                  <a:pt x="1148123" y="241682"/>
                </a:lnTo>
                <a:lnTo>
                  <a:pt x="1154746" y="204889"/>
                </a:lnTo>
                <a:lnTo>
                  <a:pt x="1157728" y="169567"/>
                </a:lnTo>
                <a:lnTo>
                  <a:pt x="1156681" y="136044"/>
                </a:lnTo>
                <a:lnTo>
                  <a:pt x="1151217" y="104647"/>
                </a:lnTo>
                <a:lnTo>
                  <a:pt x="1140946" y="75705"/>
                </a:lnTo>
                <a:lnTo>
                  <a:pt x="1125481" y="49546"/>
                </a:lnTo>
                <a:lnTo>
                  <a:pt x="1104433" y="26499"/>
                </a:lnTo>
              </a:path>
            </a:pathLst>
          </a:custGeom>
          <a:solidFill xmlns:a="http://schemas.openxmlformats.org/drawingml/2006/main">
            <a:srgbClr val="003956"/>
          </a:solidFill>
          <a:ln xmlns:a="http://schemas.openxmlformats.org/drawingml/2006/main" w="0">
            <a:noFill/>
          </a:ln>
        </p:spPr>
      </p:sp>
      <p:sp>
        <p:nvSpPr>
          <p:cNvPr id="52" name="groq-text vector 1">
            <a:extLst xmlns:a="http://schemas.openxmlformats.org/drawingml/2006/main">
              <a:ext uri="{FF2B5EF4-FFF2-40B4-BE49-F238E27FC236}">
                <a16:creationId xmlns:a16="http://schemas.microsoft.com/office/drawing/2014/main" id="{8E1E72AC-06A3-457F-A82C-9049886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3048000"/>
            <a:ext cx="685800" cy="333375"/>
          </a:xfrm>
          <a:custGeom xmlns:a="http://schemas.openxmlformats.org/drawingml/2006/main">
            <a:pathLst>
              <a:path w="609600" h="228600">
                <a:moveTo>
                  <a:pt x="361236" y="19421"/>
                </a:moveTo>
                <a:lnTo>
                  <a:pt x="368540" y="19791"/>
                </a:lnTo>
                <a:lnTo>
                  <a:pt x="375636" y="20877"/>
                </a:lnTo>
                <a:lnTo>
                  <a:pt x="382486" y="22643"/>
                </a:lnTo>
                <a:lnTo>
                  <a:pt x="389055" y="25053"/>
                </a:lnTo>
                <a:lnTo>
                  <a:pt x="395306" y="28071"/>
                </a:lnTo>
                <a:lnTo>
                  <a:pt x="401204" y="31661"/>
                </a:lnTo>
                <a:lnTo>
                  <a:pt x="406711" y="35788"/>
                </a:lnTo>
                <a:lnTo>
                  <a:pt x="411792" y="40415"/>
                </a:lnTo>
                <a:lnTo>
                  <a:pt x="416411" y="45506"/>
                </a:lnTo>
                <a:lnTo>
                  <a:pt x="420531" y="51025"/>
                </a:lnTo>
                <a:lnTo>
                  <a:pt x="424117" y="56937"/>
                </a:lnTo>
                <a:lnTo>
                  <a:pt x="427131" y="63206"/>
                </a:lnTo>
                <a:lnTo>
                  <a:pt x="429539" y="69795"/>
                </a:lnTo>
                <a:lnTo>
                  <a:pt x="431304" y="76668"/>
                </a:lnTo>
                <a:lnTo>
                  <a:pt x="432389" y="83791"/>
                </a:lnTo>
                <a:lnTo>
                  <a:pt x="432759" y="91126"/>
                </a:lnTo>
                <a:lnTo>
                  <a:pt x="432721" y="93450"/>
                </a:lnTo>
                <a:lnTo>
                  <a:pt x="432143" y="100581"/>
                </a:lnTo>
                <a:lnTo>
                  <a:pt x="430888" y="107498"/>
                </a:lnTo>
                <a:lnTo>
                  <a:pt x="428991" y="114167"/>
                </a:lnTo>
                <a:lnTo>
                  <a:pt x="426486" y="120553"/>
                </a:lnTo>
                <a:lnTo>
                  <a:pt x="423405" y="126622"/>
                </a:lnTo>
                <a:lnTo>
                  <a:pt x="419783" y="132342"/>
                </a:lnTo>
                <a:lnTo>
                  <a:pt x="415654" y="137678"/>
                </a:lnTo>
                <a:lnTo>
                  <a:pt x="411051" y="142595"/>
                </a:lnTo>
                <a:lnTo>
                  <a:pt x="406009" y="147061"/>
                </a:lnTo>
                <a:lnTo>
                  <a:pt x="400560" y="151042"/>
                </a:lnTo>
                <a:lnTo>
                  <a:pt x="394740" y="154502"/>
                </a:lnTo>
                <a:lnTo>
                  <a:pt x="388580" y="157410"/>
                </a:lnTo>
                <a:lnTo>
                  <a:pt x="382117" y="159730"/>
                </a:lnTo>
                <a:lnTo>
                  <a:pt x="375382" y="161430"/>
                </a:lnTo>
                <a:lnTo>
                  <a:pt x="368410" y="162474"/>
                </a:lnTo>
                <a:lnTo>
                  <a:pt x="361236" y="162830"/>
                </a:lnTo>
                <a:lnTo>
                  <a:pt x="353918" y="162460"/>
                </a:lnTo>
                <a:lnTo>
                  <a:pt x="346813" y="161374"/>
                </a:lnTo>
                <a:lnTo>
                  <a:pt x="339957" y="159608"/>
                </a:lnTo>
                <a:lnTo>
                  <a:pt x="333384" y="157198"/>
                </a:lnTo>
                <a:lnTo>
                  <a:pt x="327131" y="154180"/>
                </a:lnTo>
                <a:lnTo>
                  <a:pt x="321234" y="150590"/>
                </a:lnTo>
                <a:lnTo>
                  <a:pt x="315729" y="146464"/>
                </a:lnTo>
                <a:lnTo>
                  <a:pt x="310651" y="141837"/>
                </a:lnTo>
                <a:lnTo>
                  <a:pt x="306036" y="136746"/>
                </a:lnTo>
                <a:lnTo>
                  <a:pt x="301920" y="131226"/>
                </a:lnTo>
                <a:lnTo>
                  <a:pt x="298339" y="125314"/>
                </a:lnTo>
                <a:lnTo>
                  <a:pt x="295329" y="119046"/>
                </a:lnTo>
                <a:lnTo>
                  <a:pt x="292926" y="112457"/>
                </a:lnTo>
                <a:lnTo>
                  <a:pt x="291164" y="105583"/>
                </a:lnTo>
                <a:lnTo>
                  <a:pt x="290081" y="98461"/>
                </a:lnTo>
                <a:lnTo>
                  <a:pt x="289712" y="91126"/>
                </a:lnTo>
                <a:lnTo>
                  <a:pt x="290081" y="83791"/>
                </a:lnTo>
                <a:lnTo>
                  <a:pt x="291165" y="76668"/>
                </a:lnTo>
                <a:lnTo>
                  <a:pt x="292926" y="69795"/>
                </a:lnTo>
                <a:lnTo>
                  <a:pt x="295331" y="63206"/>
                </a:lnTo>
                <a:lnTo>
                  <a:pt x="298341" y="56937"/>
                </a:lnTo>
                <a:lnTo>
                  <a:pt x="301923" y="51025"/>
                </a:lnTo>
                <a:lnTo>
                  <a:pt x="306039" y="45506"/>
                </a:lnTo>
                <a:lnTo>
                  <a:pt x="310654" y="40415"/>
                </a:lnTo>
                <a:lnTo>
                  <a:pt x="315733" y="35788"/>
                </a:lnTo>
                <a:lnTo>
                  <a:pt x="321238" y="31661"/>
                </a:lnTo>
                <a:lnTo>
                  <a:pt x="327135" y="28071"/>
                </a:lnTo>
                <a:lnTo>
                  <a:pt x="333388" y="25053"/>
                </a:lnTo>
                <a:lnTo>
                  <a:pt x="339960" y="22643"/>
                </a:lnTo>
                <a:lnTo>
                  <a:pt x="346816" y="20877"/>
                </a:lnTo>
                <a:lnTo>
                  <a:pt x="353920" y="19791"/>
                </a:lnTo>
                <a:lnTo>
                  <a:pt x="361236" y="19421"/>
                </a:lnTo>
                <a:close/>
                <a:moveTo>
                  <a:pt x="255089" y="19202"/>
                </a:moveTo>
                <a:lnTo>
                  <a:pt x="255554" y="19204"/>
                </a:lnTo>
                <a:lnTo>
                  <a:pt x="256018" y="19209"/>
                </a:lnTo>
                <a:lnTo>
                  <a:pt x="256483" y="19218"/>
                </a:lnTo>
                <a:lnTo>
                  <a:pt x="256948" y="19229"/>
                </a:lnTo>
                <a:lnTo>
                  <a:pt x="257413" y="19245"/>
                </a:lnTo>
                <a:lnTo>
                  <a:pt x="257878" y="19263"/>
                </a:lnTo>
                <a:lnTo>
                  <a:pt x="258342" y="19285"/>
                </a:lnTo>
                <a:lnTo>
                  <a:pt x="258805" y="19311"/>
                </a:lnTo>
                <a:lnTo>
                  <a:pt x="259268" y="19340"/>
                </a:lnTo>
                <a:lnTo>
                  <a:pt x="259729" y="19372"/>
                </a:lnTo>
                <a:lnTo>
                  <a:pt x="260190" y="19408"/>
                </a:lnTo>
                <a:lnTo>
                  <a:pt x="260649" y="19448"/>
                </a:lnTo>
                <a:lnTo>
                  <a:pt x="261107" y="19490"/>
                </a:lnTo>
                <a:lnTo>
                  <a:pt x="261563" y="19537"/>
                </a:lnTo>
                <a:lnTo>
                  <a:pt x="262018" y="19587"/>
                </a:lnTo>
                <a:lnTo>
                  <a:pt x="262471" y="19641"/>
                </a:lnTo>
                <a:lnTo>
                  <a:pt x="262614" y="19564"/>
                </a:lnTo>
                <a:lnTo>
                  <a:pt x="266790" y="20162"/>
                </a:lnTo>
                <a:lnTo>
                  <a:pt x="270923" y="21006"/>
                </a:lnTo>
                <a:lnTo>
                  <a:pt x="274999" y="22095"/>
                </a:lnTo>
                <a:lnTo>
                  <a:pt x="279003" y="23422"/>
                </a:lnTo>
                <a:lnTo>
                  <a:pt x="282921" y="24985"/>
                </a:lnTo>
                <a:lnTo>
                  <a:pt x="286740" y="26778"/>
                </a:lnTo>
                <a:lnTo>
                  <a:pt x="290446" y="28794"/>
                </a:lnTo>
                <a:lnTo>
                  <a:pt x="277082" y="52083"/>
                </a:lnTo>
                <a:lnTo>
                  <a:pt x="274825" y="50889"/>
                </a:lnTo>
                <a:lnTo>
                  <a:pt x="272502" y="49828"/>
                </a:lnTo>
                <a:lnTo>
                  <a:pt x="270122" y="48904"/>
                </a:lnTo>
                <a:lnTo>
                  <a:pt x="267692" y="48120"/>
                </a:lnTo>
                <a:lnTo>
                  <a:pt x="265221" y="47478"/>
                </a:lnTo>
                <a:lnTo>
                  <a:pt x="262716" y="46980"/>
                </a:lnTo>
                <a:lnTo>
                  <a:pt x="260187" y="46628"/>
                </a:lnTo>
                <a:lnTo>
                  <a:pt x="257642" y="46424"/>
                </a:lnTo>
                <a:lnTo>
                  <a:pt x="255089" y="46368"/>
                </a:lnTo>
                <a:lnTo>
                  <a:pt x="252679" y="46368"/>
                </a:lnTo>
                <a:lnTo>
                  <a:pt x="250269" y="46520"/>
                </a:lnTo>
                <a:lnTo>
                  <a:pt x="249667" y="46577"/>
                </a:lnTo>
                <a:lnTo>
                  <a:pt x="249069" y="46641"/>
                </a:lnTo>
                <a:lnTo>
                  <a:pt x="248474" y="46712"/>
                </a:lnTo>
                <a:lnTo>
                  <a:pt x="247881" y="46790"/>
                </a:lnTo>
                <a:lnTo>
                  <a:pt x="247291" y="46875"/>
                </a:lnTo>
                <a:lnTo>
                  <a:pt x="246704" y="46966"/>
                </a:lnTo>
                <a:lnTo>
                  <a:pt x="246119" y="47063"/>
                </a:lnTo>
                <a:lnTo>
                  <a:pt x="245535" y="47167"/>
                </a:lnTo>
                <a:lnTo>
                  <a:pt x="244954" y="47276"/>
                </a:lnTo>
                <a:lnTo>
                  <a:pt x="244374" y="47392"/>
                </a:lnTo>
                <a:lnTo>
                  <a:pt x="243796" y="47514"/>
                </a:lnTo>
                <a:lnTo>
                  <a:pt x="243218" y="47641"/>
                </a:lnTo>
                <a:lnTo>
                  <a:pt x="242642" y="47774"/>
                </a:lnTo>
                <a:lnTo>
                  <a:pt x="242066" y="47913"/>
                </a:lnTo>
                <a:lnTo>
                  <a:pt x="241491" y="48057"/>
                </a:lnTo>
                <a:lnTo>
                  <a:pt x="240916" y="48206"/>
                </a:lnTo>
                <a:lnTo>
                  <a:pt x="239812" y="48522"/>
                </a:lnTo>
                <a:lnTo>
                  <a:pt x="238719" y="48868"/>
                </a:lnTo>
                <a:lnTo>
                  <a:pt x="237636" y="49241"/>
                </a:lnTo>
                <a:lnTo>
                  <a:pt x="236565" y="49643"/>
                </a:lnTo>
                <a:lnTo>
                  <a:pt x="235505" y="50072"/>
                </a:lnTo>
                <a:lnTo>
                  <a:pt x="234457" y="50528"/>
                </a:lnTo>
                <a:lnTo>
                  <a:pt x="233421" y="51011"/>
                </a:lnTo>
                <a:lnTo>
                  <a:pt x="232398" y="51520"/>
                </a:lnTo>
                <a:lnTo>
                  <a:pt x="231387" y="52054"/>
                </a:lnTo>
                <a:lnTo>
                  <a:pt x="230390" y="52614"/>
                </a:lnTo>
                <a:lnTo>
                  <a:pt x="229405" y="53199"/>
                </a:lnTo>
                <a:lnTo>
                  <a:pt x="228435" y="53809"/>
                </a:lnTo>
                <a:lnTo>
                  <a:pt x="227478" y="54443"/>
                </a:lnTo>
                <a:lnTo>
                  <a:pt x="226536" y="55100"/>
                </a:lnTo>
                <a:lnTo>
                  <a:pt x="225608" y="55780"/>
                </a:lnTo>
                <a:lnTo>
                  <a:pt x="224695" y="56483"/>
                </a:lnTo>
                <a:lnTo>
                  <a:pt x="222877" y="58053"/>
                </a:lnTo>
                <a:lnTo>
                  <a:pt x="221159" y="59732"/>
                </a:lnTo>
                <a:lnTo>
                  <a:pt x="219549" y="61515"/>
                </a:lnTo>
                <a:lnTo>
                  <a:pt x="218053" y="63394"/>
                </a:lnTo>
                <a:lnTo>
                  <a:pt x="216677" y="65362"/>
                </a:lnTo>
                <a:lnTo>
                  <a:pt x="215425" y="67412"/>
                </a:lnTo>
                <a:lnTo>
                  <a:pt x="214302" y="69536"/>
                </a:lnTo>
                <a:lnTo>
                  <a:pt x="213314" y="71725"/>
                </a:lnTo>
                <a:lnTo>
                  <a:pt x="212464" y="73971"/>
                </a:lnTo>
                <a:lnTo>
                  <a:pt x="211754" y="76266"/>
                </a:lnTo>
                <a:lnTo>
                  <a:pt x="211188" y="78600"/>
                </a:lnTo>
                <a:lnTo>
                  <a:pt x="210807" y="80829"/>
                </a:lnTo>
                <a:lnTo>
                  <a:pt x="210522" y="83068"/>
                </a:lnTo>
                <a:lnTo>
                  <a:pt x="210508" y="83206"/>
                </a:lnTo>
                <a:lnTo>
                  <a:pt x="210493" y="83345"/>
                </a:lnTo>
                <a:lnTo>
                  <a:pt x="210477" y="83486"/>
                </a:lnTo>
                <a:lnTo>
                  <a:pt x="210459" y="83628"/>
                </a:lnTo>
                <a:lnTo>
                  <a:pt x="210441" y="83771"/>
                </a:lnTo>
                <a:lnTo>
                  <a:pt x="210423" y="83914"/>
                </a:lnTo>
                <a:lnTo>
                  <a:pt x="210405" y="84057"/>
                </a:lnTo>
                <a:lnTo>
                  <a:pt x="210387" y="84201"/>
                </a:lnTo>
                <a:lnTo>
                  <a:pt x="210370" y="84345"/>
                </a:lnTo>
                <a:lnTo>
                  <a:pt x="210354" y="84488"/>
                </a:lnTo>
                <a:lnTo>
                  <a:pt x="210340" y="84631"/>
                </a:lnTo>
                <a:lnTo>
                  <a:pt x="210327" y="84774"/>
                </a:lnTo>
                <a:lnTo>
                  <a:pt x="210317" y="84916"/>
                </a:lnTo>
                <a:lnTo>
                  <a:pt x="210309" y="85057"/>
                </a:lnTo>
                <a:lnTo>
                  <a:pt x="210304" y="85196"/>
                </a:lnTo>
                <a:lnTo>
                  <a:pt x="210302" y="85334"/>
                </a:lnTo>
                <a:lnTo>
                  <a:pt x="210169" y="111176"/>
                </a:lnTo>
                <a:lnTo>
                  <a:pt x="210169" y="135874"/>
                </a:lnTo>
                <a:lnTo>
                  <a:pt x="210017" y="159896"/>
                </a:lnTo>
                <a:lnTo>
                  <a:pt x="183204" y="159896"/>
                </a:lnTo>
                <a:lnTo>
                  <a:pt x="182918" y="112528"/>
                </a:lnTo>
                <a:lnTo>
                  <a:pt x="182918" y="84315"/>
                </a:lnTo>
                <a:lnTo>
                  <a:pt x="182920" y="84069"/>
                </a:lnTo>
                <a:lnTo>
                  <a:pt x="182924" y="83826"/>
                </a:lnTo>
                <a:lnTo>
                  <a:pt x="182932" y="83585"/>
                </a:lnTo>
                <a:lnTo>
                  <a:pt x="182941" y="83347"/>
                </a:lnTo>
                <a:lnTo>
                  <a:pt x="182953" y="83112"/>
                </a:lnTo>
                <a:lnTo>
                  <a:pt x="182967" y="82879"/>
                </a:lnTo>
                <a:lnTo>
                  <a:pt x="182982" y="82647"/>
                </a:lnTo>
                <a:lnTo>
                  <a:pt x="182998" y="82416"/>
                </a:lnTo>
                <a:lnTo>
                  <a:pt x="183015" y="82187"/>
                </a:lnTo>
                <a:lnTo>
                  <a:pt x="183032" y="81958"/>
                </a:lnTo>
                <a:lnTo>
                  <a:pt x="183050" y="81730"/>
                </a:lnTo>
                <a:lnTo>
                  <a:pt x="183067" y="81501"/>
                </a:lnTo>
                <a:lnTo>
                  <a:pt x="183084" y="81272"/>
                </a:lnTo>
                <a:lnTo>
                  <a:pt x="183100" y="81043"/>
                </a:lnTo>
                <a:lnTo>
                  <a:pt x="183114" y="80813"/>
                </a:lnTo>
                <a:lnTo>
                  <a:pt x="183128" y="80582"/>
                </a:lnTo>
                <a:lnTo>
                  <a:pt x="183171" y="80114"/>
                </a:lnTo>
                <a:lnTo>
                  <a:pt x="183217" y="79646"/>
                </a:lnTo>
                <a:lnTo>
                  <a:pt x="183267" y="79179"/>
                </a:lnTo>
                <a:lnTo>
                  <a:pt x="183320" y="78713"/>
                </a:lnTo>
                <a:lnTo>
                  <a:pt x="183377" y="78246"/>
                </a:lnTo>
                <a:lnTo>
                  <a:pt x="183437" y="77781"/>
                </a:lnTo>
                <a:lnTo>
                  <a:pt x="183501" y="77316"/>
                </a:lnTo>
                <a:lnTo>
                  <a:pt x="183568" y="76852"/>
                </a:lnTo>
                <a:lnTo>
                  <a:pt x="183639" y="76389"/>
                </a:lnTo>
                <a:lnTo>
                  <a:pt x="183712" y="75927"/>
                </a:lnTo>
                <a:lnTo>
                  <a:pt x="183789" y="75467"/>
                </a:lnTo>
                <a:lnTo>
                  <a:pt x="183870" y="75007"/>
                </a:lnTo>
                <a:lnTo>
                  <a:pt x="183953" y="74548"/>
                </a:lnTo>
                <a:lnTo>
                  <a:pt x="184040" y="74091"/>
                </a:lnTo>
                <a:lnTo>
                  <a:pt x="184130" y="73635"/>
                </a:lnTo>
                <a:lnTo>
                  <a:pt x="184223" y="73181"/>
                </a:lnTo>
                <a:lnTo>
                  <a:pt x="184409" y="72248"/>
                </a:lnTo>
                <a:lnTo>
                  <a:pt x="184611" y="71320"/>
                </a:lnTo>
                <a:lnTo>
                  <a:pt x="184827" y="70395"/>
                </a:lnTo>
                <a:lnTo>
                  <a:pt x="185058" y="69474"/>
                </a:lnTo>
                <a:lnTo>
                  <a:pt x="185304" y="68557"/>
                </a:lnTo>
                <a:lnTo>
                  <a:pt x="185564" y="67644"/>
                </a:lnTo>
                <a:lnTo>
                  <a:pt x="185838" y="66735"/>
                </a:lnTo>
                <a:lnTo>
                  <a:pt x="186126" y="65830"/>
                </a:lnTo>
                <a:lnTo>
                  <a:pt x="186427" y="64929"/>
                </a:lnTo>
                <a:lnTo>
                  <a:pt x="186742" y="64033"/>
                </a:lnTo>
                <a:lnTo>
                  <a:pt x="187070" y="63141"/>
                </a:lnTo>
                <a:lnTo>
                  <a:pt x="187411" y="62253"/>
                </a:lnTo>
                <a:lnTo>
                  <a:pt x="187765" y="61370"/>
                </a:lnTo>
                <a:lnTo>
                  <a:pt x="188131" y="60492"/>
                </a:lnTo>
                <a:lnTo>
                  <a:pt x="188509" y="59619"/>
                </a:lnTo>
                <a:lnTo>
                  <a:pt x="188900" y="58750"/>
                </a:lnTo>
                <a:lnTo>
                  <a:pt x="190603" y="55364"/>
                </a:lnTo>
                <a:lnTo>
                  <a:pt x="192496" y="52080"/>
                </a:lnTo>
                <a:lnTo>
                  <a:pt x="194572" y="48908"/>
                </a:lnTo>
                <a:lnTo>
                  <a:pt x="196826" y="45860"/>
                </a:lnTo>
                <a:lnTo>
                  <a:pt x="199249" y="42945"/>
                </a:lnTo>
                <a:lnTo>
                  <a:pt x="201833" y="40173"/>
                </a:lnTo>
                <a:lnTo>
                  <a:pt x="204572" y="37551"/>
                </a:lnTo>
                <a:lnTo>
                  <a:pt x="207454" y="35090"/>
                </a:lnTo>
                <a:lnTo>
                  <a:pt x="210830" y="32544"/>
                </a:lnTo>
                <a:lnTo>
                  <a:pt x="214352" y="30204"/>
                </a:lnTo>
                <a:lnTo>
                  <a:pt x="218006" y="28077"/>
                </a:lnTo>
                <a:lnTo>
                  <a:pt x="221780" y="26170"/>
                </a:lnTo>
                <a:lnTo>
                  <a:pt x="225660" y="24492"/>
                </a:lnTo>
                <a:lnTo>
                  <a:pt x="229634" y="23047"/>
                </a:lnTo>
                <a:lnTo>
                  <a:pt x="233686" y="21841"/>
                </a:lnTo>
                <a:lnTo>
                  <a:pt x="234563" y="21612"/>
                </a:lnTo>
                <a:lnTo>
                  <a:pt x="235441" y="21393"/>
                </a:lnTo>
                <a:lnTo>
                  <a:pt x="236321" y="21185"/>
                </a:lnTo>
                <a:lnTo>
                  <a:pt x="237204" y="20987"/>
                </a:lnTo>
                <a:lnTo>
                  <a:pt x="238088" y="20800"/>
                </a:lnTo>
                <a:lnTo>
                  <a:pt x="238975" y="20622"/>
                </a:lnTo>
                <a:lnTo>
                  <a:pt x="239863" y="20456"/>
                </a:lnTo>
                <a:lnTo>
                  <a:pt x="240753" y="20299"/>
                </a:lnTo>
                <a:lnTo>
                  <a:pt x="241644" y="20153"/>
                </a:lnTo>
                <a:lnTo>
                  <a:pt x="242537" y="20017"/>
                </a:lnTo>
                <a:lnTo>
                  <a:pt x="243432" y="19892"/>
                </a:lnTo>
                <a:lnTo>
                  <a:pt x="244328" y="19777"/>
                </a:lnTo>
                <a:lnTo>
                  <a:pt x="245226" y="19672"/>
                </a:lnTo>
                <a:lnTo>
                  <a:pt x="246125" y="19578"/>
                </a:lnTo>
                <a:lnTo>
                  <a:pt x="247025" y="19495"/>
                </a:lnTo>
                <a:lnTo>
                  <a:pt x="247926" y="19421"/>
                </a:lnTo>
                <a:lnTo>
                  <a:pt x="248147" y="19406"/>
                </a:lnTo>
                <a:lnTo>
                  <a:pt x="248368" y="19390"/>
                </a:lnTo>
                <a:lnTo>
                  <a:pt x="248591" y="19373"/>
                </a:lnTo>
                <a:lnTo>
                  <a:pt x="248815" y="19355"/>
                </a:lnTo>
                <a:lnTo>
                  <a:pt x="249040" y="19337"/>
                </a:lnTo>
                <a:lnTo>
                  <a:pt x="249265" y="19319"/>
                </a:lnTo>
                <a:lnTo>
                  <a:pt x="249491" y="19301"/>
                </a:lnTo>
                <a:lnTo>
                  <a:pt x="249717" y="19283"/>
                </a:lnTo>
                <a:lnTo>
                  <a:pt x="249943" y="19267"/>
                </a:lnTo>
                <a:lnTo>
                  <a:pt x="250169" y="19252"/>
                </a:lnTo>
                <a:lnTo>
                  <a:pt x="250394" y="19238"/>
                </a:lnTo>
                <a:lnTo>
                  <a:pt x="250619" y="19226"/>
                </a:lnTo>
                <a:lnTo>
                  <a:pt x="250842" y="19216"/>
                </a:lnTo>
                <a:lnTo>
                  <a:pt x="251065" y="19209"/>
                </a:lnTo>
                <a:lnTo>
                  <a:pt x="251287" y="19204"/>
                </a:lnTo>
                <a:lnTo>
                  <a:pt x="251508" y="19202"/>
                </a:lnTo>
                <a:lnTo>
                  <a:pt x="255089" y="19202"/>
                </a:lnTo>
                <a:close/>
                <a:moveTo>
                  <a:pt x="361236" y="46292"/>
                </a:moveTo>
                <a:lnTo>
                  <a:pt x="358533" y="46377"/>
                </a:lnTo>
                <a:lnTo>
                  <a:pt x="355840" y="46625"/>
                </a:lnTo>
                <a:lnTo>
                  <a:pt x="353167" y="47035"/>
                </a:lnTo>
                <a:lnTo>
                  <a:pt x="350524" y="47606"/>
                </a:lnTo>
                <a:lnTo>
                  <a:pt x="347920" y="48336"/>
                </a:lnTo>
                <a:lnTo>
                  <a:pt x="345365" y="49221"/>
                </a:lnTo>
                <a:lnTo>
                  <a:pt x="342867" y="50259"/>
                </a:lnTo>
                <a:lnTo>
                  <a:pt x="340438" y="51446"/>
                </a:lnTo>
                <a:lnTo>
                  <a:pt x="338084" y="52777"/>
                </a:lnTo>
                <a:lnTo>
                  <a:pt x="335815" y="54249"/>
                </a:lnTo>
                <a:lnTo>
                  <a:pt x="333639" y="55854"/>
                </a:lnTo>
                <a:lnTo>
                  <a:pt x="331564" y="57588"/>
                </a:lnTo>
                <a:lnTo>
                  <a:pt x="329597" y="59444"/>
                </a:lnTo>
                <a:lnTo>
                  <a:pt x="327746" y="61415"/>
                </a:lnTo>
                <a:lnTo>
                  <a:pt x="326017" y="63495"/>
                </a:lnTo>
                <a:lnTo>
                  <a:pt x="324417" y="65675"/>
                </a:lnTo>
                <a:lnTo>
                  <a:pt x="322952" y="67948"/>
                </a:lnTo>
                <a:lnTo>
                  <a:pt x="321627" y="70305"/>
                </a:lnTo>
                <a:lnTo>
                  <a:pt x="320446" y="72738"/>
                </a:lnTo>
                <a:lnTo>
                  <a:pt x="319414" y="75238"/>
                </a:lnTo>
                <a:lnTo>
                  <a:pt x="318535" y="77795"/>
                </a:lnTo>
                <a:lnTo>
                  <a:pt x="317812" y="80401"/>
                </a:lnTo>
                <a:lnTo>
                  <a:pt x="317248" y="83046"/>
                </a:lnTo>
                <a:lnTo>
                  <a:pt x="316845" y="85720"/>
                </a:lnTo>
                <a:lnTo>
                  <a:pt x="316603" y="88413"/>
                </a:lnTo>
                <a:lnTo>
                  <a:pt x="316525" y="91116"/>
                </a:lnTo>
                <a:lnTo>
                  <a:pt x="316603" y="93819"/>
                </a:lnTo>
                <a:lnTo>
                  <a:pt x="316845" y="96513"/>
                </a:lnTo>
                <a:lnTo>
                  <a:pt x="317248" y="99187"/>
                </a:lnTo>
                <a:lnTo>
                  <a:pt x="317812" y="101831"/>
                </a:lnTo>
                <a:lnTo>
                  <a:pt x="318535" y="104437"/>
                </a:lnTo>
                <a:lnTo>
                  <a:pt x="319414" y="106995"/>
                </a:lnTo>
                <a:lnTo>
                  <a:pt x="320446" y="109494"/>
                </a:lnTo>
                <a:lnTo>
                  <a:pt x="321627" y="111927"/>
                </a:lnTo>
                <a:lnTo>
                  <a:pt x="322952" y="114284"/>
                </a:lnTo>
                <a:lnTo>
                  <a:pt x="324417" y="116557"/>
                </a:lnTo>
                <a:lnTo>
                  <a:pt x="326017" y="118737"/>
                </a:lnTo>
                <a:lnTo>
                  <a:pt x="327746" y="120817"/>
                </a:lnTo>
                <a:lnTo>
                  <a:pt x="329597" y="122788"/>
                </a:lnTo>
                <a:lnTo>
                  <a:pt x="331564" y="124644"/>
                </a:lnTo>
                <a:lnTo>
                  <a:pt x="333639" y="126378"/>
                </a:lnTo>
                <a:lnTo>
                  <a:pt x="335815" y="127984"/>
                </a:lnTo>
                <a:lnTo>
                  <a:pt x="338084" y="129455"/>
                </a:lnTo>
                <a:lnTo>
                  <a:pt x="340438" y="130786"/>
                </a:lnTo>
                <a:lnTo>
                  <a:pt x="342867" y="131973"/>
                </a:lnTo>
                <a:lnTo>
                  <a:pt x="345365" y="133011"/>
                </a:lnTo>
                <a:lnTo>
                  <a:pt x="347920" y="133897"/>
                </a:lnTo>
                <a:lnTo>
                  <a:pt x="350524" y="134626"/>
                </a:lnTo>
                <a:lnTo>
                  <a:pt x="353167" y="135197"/>
                </a:lnTo>
                <a:lnTo>
                  <a:pt x="355840" y="135608"/>
                </a:lnTo>
                <a:lnTo>
                  <a:pt x="358533" y="135856"/>
                </a:lnTo>
                <a:lnTo>
                  <a:pt x="361236" y="135941"/>
                </a:lnTo>
                <a:lnTo>
                  <a:pt x="363939" y="135856"/>
                </a:lnTo>
                <a:lnTo>
                  <a:pt x="366631" y="135608"/>
                </a:lnTo>
                <a:lnTo>
                  <a:pt x="369304" y="135197"/>
                </a:lnTo>
                <a:lnTo>
                  <a:pt x="371948" y="134626"/>
                </a:lnTo>
                <a:lnTo>
                  <a:pt x="374552" y="133897"/>
                </a:lnTo>
                <a:lnTo>
                  <a:pt x="377107" y="133011"/>
                </a:lnTo>
                <a:lnTo>
                  <a:pt x="379604" y="131973"/>
                </a:lnTo>
                <a:lnTo>
                  <a:pt x="382034" y="130786"/>
                </a:lnTo>
                <a:lnTo>
                  <a:pt x="384387" y="129455"/>
                </a:lnTo>
                <a:lnTo>
                  <a:pt x="386656" y="127984"/>
                </a:lnTo>
                <a:lnTo>
                  <a:pt x="388832" y="126378"/>
                </a:lnTo>
                <a:lnTo>
                  <a:pt x="390908" y="124644"/>
                </a:lnTo>
                <a:lnTo>
                  <a:pt x="392874" y="122788"/>
                </a:lnTo>
                <a:lnTo>
                  <a:pt x="394725" y="120817"/>
                </a:lnTo>
                <a:lnTo>
                  <a:pt x="396454" y="118737"/>
                </a:lnTo>
                <a:lnTo>
                  <a:pt x="398054" y="116557"/>
                </a:lnTo>
                <a:lnTo>
                  <a:pt x="399519" y="114284"/>
                </a:lnTo>
                <a:lnTo>
                  <a:pt x="400845" y="111927"/>
                </a:lnTo>
                <a:lnTo>
                  <a:pt x="402025" y="109494"/>
                </a:lnTo>
                <a:lnTo>
                  <a:pt x="403057" y="106995"/>
                </a:lnTo>
                <a:lnTo>
                  <a:pt x="403936" y="104437"/>
                </a:lnTo>
                <a:lnTo>
                  <a:pt x="404659" y="101831"/>
                </a:lnTo>
                <a:lnTo>
                  <a:pt x="405223" y="99187"/>
                </a:lnTo>
                <a:lnTo>
                  <a:pt x="405626" y="96513"/>
                </a:lnTo>
                <a:lnTo>
                  <a:pt x="405868" y="93819"/>
                </a:lnTo>
                <a:lnTo>
                  <a:pt x="405946" y="91116"/>
                </a:lnTo>
                <a:lnTo>
                  <a:pt x="405898" y="89059"/>
                </a:lnTo>
                <a:lnTo>
                  <a:pt x="405693" y="86336"/>
                </a:lnTo>
                <a:lnTo>
                  <a:pt x="405323" y="83632"/>
                </a:lnTo>
                <a:lnTo>
                  <a:pt x="404788" y="80955"/>
                </a:lnTo>
                <a:lnTo>
                  <a:pt x="404091" y="78315"/>
                </a:lnTo>
                <a:lnTo>
                  <a:pt x="403234" y="75723"/>
                </a:lnTo>
                <a:lnTo>
                  <a:pt x="402221" y="73188"/>
                </a:lnTo>
                <a:lnTo>
                  <a:pt x="401056" y="70719"/>
                </a:lnTo>
                <a:lnTo>
                  <a:pt x="399742" y="68326"/>
                </a:lnTo>
                <a:lnTo>
                  <a:pt x="398285" y="66018"/>
                </a:lnTo>
                <a:lnTo>
                  <a:pt x="396689" y="63803"/>
                </a:lnTo>
                <a:lnTo>
                  <a:pt x="394962" y="61689"/>
                </a:lnTo>
                <a:lnTo>
                  <a:pt x="393109" y="59684"/>
                </a:lnTo>
                <a:lnTo>
                  <a:pt x="391137" y="57796"/>
                </a:lnTo>
                <a:lnTo>
                  <a:pt x="389054" y="56031"/>
                </a:lnTo>
                <a:lnTo>
                  <a:pt x="386867" y="54397"/>
                </a:lnTo>
                <a:lnTo>
                  <a:pt x="384585" y="52900"/>
                </a:lnTo>
                <a:lnTo>
                  <a:pt x="382215" y="51544"/>
                </a:lnTo>
                <a:lnTo>
                  <a:pt x="379768" y="50335"/>
                </a:lnTo>
                <a:lnTo>
                  <a:pt x="377251" y="49277"/>
                </a:lnTo>
                <a:lnTo>
                  <a:pt x="374674" y="48375"/>
                </a:lnTo>
                <a:lnTo>
                  <a:pt x="372047" y="47632"/>
                </a:lnTo>
                <a:lnTo>
                  <a:pt x="369380" y="47050"/>
                </a:lnTo>
                <a:lnTo>
                  <a:pt x="366682" y="46631"/>
                </a:lnTo>
                <a:lnTo>
                  <a:pt x="363964" y="46378"/>
                </a:lnTo>
                <a:lnTo>
                  <a:pt x="361236" y="46292"/>
                </a:lnTo>
                <a:close/>
                <a:moveTo>
                  <a:pt x="91230" y="19050"/>
                </a:moveTo>
                <a:lnTo>
                  <a:pt x="83910" y="19350"/>
                </a:lnTo>
                <a:lnTo>
                  <a:pt x="76795" y="20368"/>
                </a:lnTo>
                <a:lnTo>
                  <a:pt x="69922" y="22069"/>
                </a:lnTo>
                <a:lnTo>
                  <a:pt x="63327" y="24417"/>
                </a:lnTo>
                <a:lnTo>
                  <a:pt x="57046" y="27376"/>
                </a:lnTo>
                <a:lnTo>
                  <a:pt x="51117" y="30912"/>
                </a:lnTo>
                <a:lnTo>
                  <a:pt x="45573" y="34987"/>
                </a:lnTo>
                <a:lnTo>
                  <a:pt x="40453" y="39567"/>
                </a:lnTo>
                <a:lnTo>
                  <a:pt x="35791" y="44616"/>
                </a:lnTo>
                <a:lnTo>
                  <a:pt x="31625" y="50097"/>
                </a:lnTo>
                <a:lnTo>
                  <a:pt x="27990" y="55977"/>
                </a:lnTo>
                <a:lnTo>
                  <a:pt x="24922" y="62218"/>
                </a:lnTo>
                <a:lnTo>
                  <a:pt x="22458" y="68785"/>
                </a:lnTo>
                <a:lnTo>
                  <a:pt x="20634" y="75643"/>
                </a:lnTo>
                <a:lnTo>
                  <a:pt x="19486" y="82756"/>
                </a:lnTo>
                <a:lnTo>
                  <a:pt x="19050" y="90087"/>
                </a:lnTo>
                <a:lnTo>
                  <a:pt x="19352" y="97426"/>
                </a:lnTo>
                <a:lnTo>
                  <a:pt x="20370" y="104558"/>
                </a:lnTo>
                <a:lnTo>
                  <a:pt x="22068" y="111448"/>
                </a:lnTo>
                <a:lnTo>
                  <a:pt x="24411" y="118059"/>
                </a:lnTo>
                <a:lnTo>
                  <a:pt x="27364" y="124356"/>
                </a:lnTo>
                <a:lnTo>
                  <a:pt x="30891" y="130301"/>
                </a:lnTo>
                <a:lnTo>
                  <a:pt x="34956" y="135858"/>
                </a:lnTo>
                <a:lnTo>
                  <a:pt x="39524" y="140991"/>
                </a:lnTo>
                <a:lnTo>
                  <a:pt x="44560" y="145665"/>
                </a:lnTo>
                <a:lnTo>
                  <a:pt x="50027" y="149842"/>
                </a:lnTo>
                <a:lnTo>
                  <a:pt x="55891" y="153486"/>
                </a:lnTo>
                <a:lnTo>
                  <a:pt x="62116" y="156562"/>
                </a:lnTo>
                <a:lnTo>
                  <a:pt x="68667" y="159032"/>
                </a:lnTo>
                <a:lnTo>
                  <a:pt x="75507" y="160861"/>
                </a:lnTo>
                <a:lnTo>
                  <a:pt x="82602" y="162012"/>
                </a:lnTo>
                <a:lnTo>
                  <a:pt x="89916" y="162449"/>
                </a:lnTo>
                <a:lnTo>
                  <a:pt x="114757" y="162449"/>
                </a:lnTo>
                <a:lnTo>
                  <a:pt x="114757" y="135569"/>
                </a:lnTo>
                <a:lnTo>
                  <a:pt x="91230" y="135569"/>
                </a:lnTo>
                <a:lnTo>
                  <a:pt x="86657" y="135392"/>
                </a:lnTo>
                <a:lnTo>
                  <a:pt x="82211" y="134766"/>
                </a:lnTo>
                <a:lnTo>
                  <a:pt x="77914" y="133711"/>
                </a:lnTo>
                <a:lnTo>
                  <a:pt x="73790" y="132252"/>
                </a:lnTo>
                <a:lnTo>
                  <a:pt x="69861" y="130409"/>
                </a:lnTo>
                <a:lnTo>
                  <a:pt x="66149" y="128206"/>
                </a:lnTo>
                <a:lnTo>
                  <a:pt x="62678" y="125665"/>
                </a:lnTo>
                <a:lnTo>
                  <a:pt x="59471" y="122808"/>
                </a:lnTo>
                <a:lnTo>
                  <a:pt x="56549" y="119658"/>
                </a:lnTo>
                <a:lnTo>
                  <a:pt x="53935" y="116236"/>
                </a:lnTo>
                <a:lnTo>
                  <a:pt x="51653" y="112565"/>
                </a:lnTo>
                <a:lnTo>
                  <a:pt x="49725" y="108668"/>
                </a:lnTo>
                <a:lnTo>
                  <a:pt x="48173" y="104566"/>
                </a:lnTo>
                <a:lnTo>
                  <a:pt x="47021" y="100283"/>
                </a:lnTo>
                <a:lnTo>
                  <a:pt x="46291" y="95839"/>
                </a:lnTo>
                <a:lnTo>
                  <a:pt x="46006" y="91259"/>
                </a:lnTo>
                <a:lnTo>
                  <a:pt x="46053" y="88555"/>
                </a:lnTo>
                <a:lnTo>
                  <a:pt x="46263" y="85859"/>
                </a:lnTo>
                <a:lnTo>
                  <a:pt x="46635" y="83180"/>
                </a:lnTo>
                <a:lnTo>
                  <a:pt x="47169" y="80529"/>
                </a:lnTo>
                <a:lnTo>
                  <a:pt x="47862" y="77914"/>
                </a:lnTo>
                <a:lnTo>
                  <a:pt x="48711" y="75347"/>
                </a:lnTo>
                <a:lnTo>
                  <a:pt x="49714" y="72835"/>
                </a:lnTo>
                <a:lnTo>
                  <a:pt x="50867" y="70388"/>
                </a:lnTo>
                <a:lnTo>
                  <a:pt x="52165" y="68016"/>
                </a:lnTo>
                <a:lnTo>
                  <a:pt x="53605" y="65726"/>
                </a:lnTo>
                <a:lnTo>
                  <a:pt x="55179" y="63527"/>
                </a:lnTo>
                <a:lnTo>
                  <a:pt x="56884" y="61428"/>
                </a:lnTo>
                <a:lnTo>
                  <a:pt x="58713" y="59435"/>
                </a:lnTo>
                <a:lnTo>
                  <a:pt x="60658" y="57556"/>
                </a:lnTo>
                <a:lnTo>
                  <a:pt x="62713" y="55799"/>
                </a:lnTo>
                <a:lnTo>
                  <a:pt x="64871" y="54168"/>
                </a:lnTo>
                <a:lnTo>
                  <a:pt x="67123" y="52671"/>
                </a:lnTo>
                <a:lnTo>
                  <a:pt x="69462" y="51312"/>
                </a:lnTo>
                <a:lnTo>
                  <a:pt x="71878" y="50098"/>
                </a:lnTo>
                <a:lnTo>
                  <a:pt x="74364" y="49031"/>
                </a:lnTo>
                <a:lnTo>
                  <a:pt x="76909" y="48116"/>
                </a:lnTo>
                <a:lnTo>
                  <a:pt x="79504" y="47357"/>
                </a:lnTo>
                <a:lnTo>
                  <a:pt x="82141" y="46756"/>
                </a:lnTo>
                <a:lnTo>
                  <a:pt x="84810" y="46315"/>
                </a:lnTo>
                <a:lnTo>
                  <a:pt x="87500" y="46036"/>
                </a:lnTo>
                <a:lnTo>
                  <a:pt x="90202" y="45920"/>
                </a:lnTo>
                <a:lnTo>
                  <a:pt x="91230" y="45920"/>
                </a:lnTo>
                <a:lnTo>
                  <a:pt x="95676" y="46139"/>
                </a:lnTo>
                <a:lnTo>
                  <a:pt x="99997" y="46782"/>
                </a:lnTo>
                <a:lnTo>
                  <a:pt x="104174" y="47828"/>
                </a:lnTo>
                <a:lnTo>
                  <a:pt x="108186" y="49256"/>
                </a:lnTo>
                <a:lnTo>
                  <a:pt x="112012" y="51047"/>
                </a:lnTo>
                <a:lnTo>
                  <a:pt x="115632" y="53178"/>
                </a:lnTo>
                <a:lnTo>
                  <a:pt x="119026" y="55630"/>
                </a:lnTo>
                <a:lnTo>
                  <a:pt x="122171" y="58381"/>
                </a:lnTo>
                <a:lnTo>
                  <a:pt x="125049" y="61411"/>
                </a:lnTo>
                <a:lnTo>
                  <a:pt x="127638" y="64699"/>
                </a:lnTo>
                <a:lnTo>
                  <a:pt x="129918" y="68225"/>
                </a:lnTo>
                <a:lnTo>
                  <a:pt x="131868" y="71967"/>
                </a:lnTo>
                <a:lnTo>
                  <a:pt x="133468" y="75905"/>
                </a:lnTo>
                <a:lnTo>
                  <a:pt x="134697" y="80018"/>
                </a:lnTo>
                <a:lnTo>
                  <a:pt x="135534" y="84286"/>
                </a:lnTo>
                <a:lnTo>
                  <a:pt x="135960" y="88687"/>
                </a:lnTo>
                <a:lnTo>
                  <a:pt x="136007" y="90745"/>
                </a:lnTo>
                <a:lnTo>
                  <a:pt x="136007" y="156810"/>
                </a:lnTo>
                <a:lnTo>
                  <a:pt x="135778" y="161354"/>
                </a:lnTo>
                <a:lnTo>
                  <a:pt x="135103" y="165769"/>
                </a:lnTo>
                <a:lnTo>
                  <a:pt x="134007" y="170034"/>
                </a:lnTo>
                <a:lnTo>
                  <a:pt x="132511" y="174125"/>
                </a:lnTo>
                <a:lnTo>
                  <a:pt x="130639" y="178021"/>
                </a:lnTo>
                <a:lnTo>
                  <a:pt x="128413" y="181700"/>
                </a:lnTo>
                <a:lnTo>
                  <a:pt x="125855" y="185139"/>
                </a:lnTo>
                <a:lnTo>
                  <a:pt x="122989" y="188316"/>
                </a:lnTo>
                <a:lnTo>
                  <a:pt x="119837" y="191209"/>
                </a:lnTo>
                <a:lnTo>
                  <a:pt x="116422" y="193796"/>
                </a:lnTo>
                <a:lnTo>
                  <a:pt x="112766" y="196054"/>
                </a:lnTo>
                <a:lnTo>
                  <a:pt x="108892" y="197961"/>
                </a:lnTo>
                <a:lnTo>
                  <a:pt x="104822" y="199495"/>
                </a:lnTo>
                <a:lnTo>
                  <a:pt x="100580" y="200633"/>
                </a:lnTo>
                <a:lnTo>
                  <a:pt x="96188" y="201354"/>
                </a:lnTo>
                <a:lnTo>
                  <a:pt x="91669" y="201635"/>
                </a:lnTo>
                <a:lnTo>
                  <a:pt x="89007" y="201532"/>
                </a:lnTo>
                <a:lnTo>
                  <a:pt x="86356" y="201269"/>
                </a:lnTo>
                <a:lnTo>
                  <a:pt x="83725" y="200848"/>
                </a:lnTo>
                <a:lnTo>
                  <a:pt x="81125" y="200270"/>
                </a:lnTo>
                <a:lnTo>
                  <a:pt x="78563" y="199538"/>
                </a:lnTo>
                <a:lnTo>
                  <a:pt x="76051" y="198653"/>
                </a:lnTo>
                <a:lnTo>
                  <a:pt x="73596" y="197619"/>
                </a:lnTo>
                <a:lnTo>
                  <a:pt x="71207" y="196439"/>
                </a:lnTo>
                <a:lnTo>
                  <a:pt x="68893" y="195119"/>
                </a:lnTo>
                <a:lnTo>
                  <a:pt x="66663" y="193662"/>
                </a:lnTo>
                <a:lnTo>
                  <a:pt x="64524" y="192074"/>
                </a:lnTo>
                <a:lnTo>
                  <a:pt x="62484" y="190361"/>
                </a:lnTo>
                <a:lnTo>
                  <a:pt x="60550" y="188528"/>
                </a:lnTo>
                <a:lnTo>
                  <a:pt x="41558" y="207578"/>
                </a:lnTo>
                <a:lnTo>
                  <a:pt x="44638" y="210505"/>
                </a:lnTo>
                <a:lnTo>
                  <a:pt x="47888" y="213242"/>
                </a:lnTo>
                <a:lnTo>
                  <a:pt x="51296" y="215780"/>
                </a:lnTo>
                <a:lnTo>
                  <a:pt x="54850" y="218110"/>
                </a:lnTo>
                <a:lnTo>
                  <a:pt x="58537" y="220224"/>
                </a:lnTo>
                <a:lnTo>
                  <a:pt x="62343" y="222113"/>
                </a:lnTo>
                <a:lnTo>
                  <a:pt x="66255" y="223771"/>
                </a:lnTo>
                <a:lnTo>
                  <a:pt x="70260" y="225193"/>
                </a:lnTo>
                <a:lnTo>
                  <a:pt x="74342" y="226372"/>
                </a:lnTo>
                <a:lnTo>
                  <a:pt x="78488" y="227305"/>
                </a:lnTo>
                <a:lnTo>
                  <a:pt x="82681" y="227989"/>
                </a:lnTo>
                <a:lnTo>
                  <a:pt x="86909" y="228421"/>
                </a:lnTo>
                <a:lnTo>
                  <a:pt x="91154" y="228600"/>
                </a:lnTo>
                <a:lnTo>
                  <a:pt x="92107" y="228600"/>
                </a:lnTo>
                <a:lnTo>
                  <a:pt x="99326" y="228130"/>
                </a:lnTo>
                <a:lnTo>
                  <a:pt x="106332" y="226966"/>
                </a:lnTo>
                <a:lnTo>
                  <a:pt x="113088" y="225142"/>
                </a:lnTo>
                <a:lnTo>
                  <a:pt x="119562" y="222693"/>
                </a:lnTo>
                <a:lnTo>
                  <a:pt x="125718" y="219653"/>
                </a:lnTo>
                <a:lnTo>
                  <a:pt x="131523" y="216058"/>
                </a:lnTo>
                <a:lnTo>
                  <a:pt x="136942" y="211942"/>
                </a:lnTo>
                <a:lnTo>
                  <a:pt x="141940" y="207340"/>
                </a:lnTo>
                <a:lnTo>
                  <a:pt x="146484" y="202287"/>
                </a:lnTo>
                <a:lnTo>
                  <a:pt x="150539" y="196816"/>
                </a:lnTo>
                <a:lnTo>
                  <a:pt x="154071" y="190964"/>
                </a:lnTo>
                <a:lnTo>
                  <a:pt x="157045" y="184765"/>
                </a:lnTo>
                <a:lnTo>
                  <a:pt x="159427" y="178253"/>
                </a:lnTo>
                <a:lnTo>
                  <a:pt x="161182" y="171464"/>
                </a:lnTo>
                <a:lnTo>
                  <a:pt x="162277" y="164432"/>
                </a:lnTo>
                <a:lnTo>
                  <a:pt x="162677" y="157191"/>
                </a:lnTo>
                <a:lnTo>
                  <a:pt x="162677" y="89059"/>
                </a:lnTo>
                <a:lnTo>
                  <a:pt x="162144" y="81853"/>
                </a:lnTo>
                <a:lnTo>
                  <a:pt x="160925" y="74866"/>
                </a:lnTo>
                <a:lnTo>
                  <a:pt x="159055" y="68132"/>
                </a:lnTo>
                <a:lnTo>
                  <a:pt x="156568" y="61685"/>
                </a:lnTo>
                <a:lnTo>
                  <a:pt x="153498" y="55559"/>
                </a:lnTo>
                <a:lnTo>
                  <a:pt x="149882" y="49788"/>
                </a:lnTo>
                <a:lnTo>
                  <a:pt x="145752" y="44405"/>
                </a:lnTo>
                <a:lnTo>
                  <a:pt x="141145" y="39445"/>
                </a:lnTo>
                <a:lnTo>
                  <a:pt x="136094" y="34942"/>
                </a:lnTo>
                <a:lnTo>
                  <a:pt x="130634" y="30929"/>
                </a:lnTo>
                <a:lnTo>
                  <a:pt x="124800" y="27441"/>
                </a:lnTo>
                <a:lnTo>
                  <a:pt x="118627" y="24511"/>
                </a:lnTo>
                <a:lnTo>
                  <a:pt x="112149" y="22172"/>
                </a:lnTo>
                <a:lnTo>
                  <a:pt x="105400" y="20460"/>
                </a:lnTo>
                <a:lnTo>
                  <a:pt x="98416" y="19408"/>
                </a:lnTo>
                <a:lnTo>
                  <a:pt x="91230" y="19050"/>
                </a:lnTo>
                <a:close/>
                <a:moveTo>
                  <a:pt x="519179" y="19412"/>
                </a:moveTo>
                <a:lnTo>
                  <a:pt x="511862" y="19782"/>
                </a:lnTo>
                <a:lnTo>
                  <a:pt x="504757" y="20868"/>
                </a:lnTo>
                <a:lnTo>
                  <a:pt x="497900" y="22634"/>
                </a:lnTo>
                <a:lnTo>
                  <a:pt x="491327" y="25044"/>
                </a:lnTo>
                <a:lnTo>
                  <a:pt x="485075" y="28062"/>
                </a:lnTo>
                <a:lnTo>
                  <a:pt x="479178" y="31652"/>
                </a:lnTo>
                <a:lnTo>
                  <a:pt x="473672" y="35778"/>
                </a:lnTo>
                <a:lnTo>
                  <a:pt x="468594" y="40405"/>
                </a:lnTo>
                <a:lnTo>
                  <a:pt x="463979" y="45496"/>
                </a:lnTo>
                <a:lnTo>
                  <a:pt x="459864" y="51016"/>
                </a:lnTo>
                <a:lnTo>
                  <a:pt x="456283" y="56928"/>
                </a:lnTo>
                <a:lnTo>
                  <a:pt x="453273" y="63196"/>
                </a:lnTo>
                <a:lnTo>
                  <a:pt x="450869" y="69785"/>
                </a:lnTo>
                <a:lnTo>
                  <a:pt x="449108" y="76659"/>
                </a:lnTo>
                <a:lnTo>
                  <a:pt x="448025" y="83781"/>
                </a:lnTo>
                <a:lnTo>
                  <a:pt x="447656" y="91116"/>
                </a:lnTo>
                <a:lnTo>
                  <a:pt x="448025" y="98451"/>
                </a:lnTo>
                <a:lnTo>
                  <a:pt x="449108" y="105574"/>
                </a:lnTo>
                <a:lnTo>
                  <a:pt x="450870" y="112447"/>
                </a:lnTo>
                <a:lnTo>
                  <a:pt x="453274" y="119036"/>
                </a:lnTo>
                <a:lnTo>
                  <a:pt x="456285" y="125305"/>
                </a:lnTo>
                <a:lnTo>
                  <a:pt x="459866" y="131217"/>
                </a:lnTo>
                <a:lnTo>
                  <a:pt x="463983" y="136736"/>
                </a:lnTo>
                <a:lnTo>
                  <a:pt x="468598" y="141827"/>
                </a:lnTo>
                <a:lnTo>
                  <a:pt x="473676" y="146454"/>
                </a:lnTo>
                <a:lnTo>
                  <a:pt x="479182" y="150580"/>
                </a:lnTo>
                <a:lnTo>
                  <a:pt x="485079" y="154171"/>
                </a:lnTo>
                <a:lnTo>
                  <a:pt x="491331" y="157189"/>
                </a:lnTo>
                <a:lnTo>
                  <a:pt x="497904" y="159599"/>
                </a:lnTo>
                <a:lnTo>
                  <a:pt x="504760" y="161365"/>
                </a:lnTo>
                <a:lnTo>
                  <a:pt x="511863" y="162450"/>
                </a:lnTo>
                <a:lnTo>
                  <a:pt x="519179" y="162820"/>
                </a:lnTo>
                <a:lnTo>
                  <a:pt x="543658" y="162820"/>
                </a:lnTo>
                <a:lnTo>
                  <a:pt x="543658" y="135941"/>
                </a:lnTo>
                <a:lnTo>
                  <a:pt x="519179" y="135941"/>
                </a:lnTo>
                <a:lnTo>
                  <a:pt x="516476" y="135856"/>
                </a:lnTo>
                <a:lnTo>
                  <a:pt x="513783" y="135608"/>
                </a:lnTo>
                <a:lnTo>
                  <a:pt x="511111" y="135197"/>
                </a:lnTo>
                <a:lnTo>
                  <a:pt x="508467" y="134626"/>
                </a:lnTo>
                <a:lnTo>
                  <a:pt x="505863" y="133897"/>
                </a:lnTo>
                <a:lnTo>
                  <a:pt x="503308" y="133011"/>
                </a:lnTo>
                <a:lnTo>
                  <a:pt x="500811" y="131973"/>
                </a:lnTo>
                <a:lnTo>
                  <a:pt x="498381" y="130786"/>
                </a:lnTo>
                <a:lnTo>
                  <a:pt x="496027" y="129455"/>
                </a:lnTo>
                <a:lnTo>
                  <a:pt x="493758" y="127984"/>
                </a:lnTo>
                <a:lnTo>
                  <a:pt x="491582" y="126378"/>
                </a:lnTo>
                <a:lnTo>
                  <a:pt x="489507" y="124644"/>
                </a:lnTo>
                <a:lnTo>
                  <a:pt x="487541" y="122788"/>
                </a:lnTo>
                <a:lnTo>
                  <a:pt x="485689" y="120817"/>
                </a:lnTo>
                <a:lnTo>
                  <a:pt x="483961" y="118737"/>
                </a:lnTo>
                <a:lnTo>
                  <a:pt x="482361" y="116557"/>
                </a:lnTo>
                <a:lnTo>
                  <a:pt x="480896" y="114284"/>
                </a:lnTo>
                <a:lnTo>
                  <a:pt x="479570" y="111927"/>
                </a:lnTo>
                <a:lnTo>
                  <a:pt x="478389" y="109494"/>
                </a:lnTo>
                <a:lnTo>
                  <a:pt x="477358" y="106995"/>
                </a:lnTo>
                <a:lnTo>
                  <a:pt x="476479" y="104437"/>
                </a:lnTo>
                <a:lnTo>
                  <a:pt x="475756" y="101831"/>
                </a:lnTo>
                <a:lnTo>
                  <a:pt x="475192" y="99187"/>
                </a:lnTo>
                <a:lnTo>
                  <a:pt x="474788" y="96513"/>
                </a:lnTo>
                <a:lnTo>
                  <a:pt x="474547" y="93819"/>
                </a:lnTo>
                <a:lnTo>
                  <a:pt x="474469" y="91116"/>
                </a:lnTo>
                <a:lnTo>
                  <a:pt x="474547" y="88413"/>
                </a:lnTo>
                <a:lnTo>
                  <a:pt x="474788" y="85720"/>
                </a:lnTo>
                <a:lnTo>
                  <a:pt x="475192" y="83046"/>
                </a:lnTo>
                <a:lnTo>
                  <a:pt x="475756" y="80401"/>
                </a:lnTo>
                <a:lnTo>
                  <a:pt x="476479" y="77795"/>
                </a:lnTo>
                <a:lnTo>
                  <a:pt x="477358" y="75238"/>
                </a:lnTo>
                <a:lnTo>
                  <a:pt x="478389" y="72738"/>
                </a:lnTo>
                <a:lnTo>
                  <a:pt x="479570" y="70305"/>
                </a:lnTo>
                <a:lnTo>
                  <a:pt x="480896" y="67948"/>
                </a:lnTo>
                <a:lnTo>
                  <a:pt x="482361" y="65675"/>
                </a:lnTo>
                <a:lnTo>
                  <a:pt x="483961" y="63495"/>
                </a:lnTo>
                <a:lnTo>
                  <a:pt x="485689" y="61415"/>
                </a:lnTo>
                <a:lnTo>
                  <a:pt x="487541" y="59444"/>
                </a:lnTo>
                <a:lnTo>
                  <a:pt x="489507" y="57588"/>
                </a:lnTo>
                <a:lnTo>
                  <a:pt x="491582" y="55854"/>
                </a:lnTo>
                <a:lnTo>
                  <a:pt x="493758" y="54249"/>
                </a:lnTo>
                <a:lnTo>
                  <a:pt x="496027" y="52777"/>
                </a:lnTo>
                <a:lnTo>
                  <a:pt x="498381" y="51446"/>
                </a:lnTo>
                <a:lnTo>
                  <a:pt x="500811" y="50259"/>
                </a:lnTo>
                <a:lnTo>
                  <a:pt x="503308" y="49221"/>
                </a:lnTo>
                <a:lnTo>
                  <a:pt x="505863" y="48336"/>
                </a:lnTo>
                <a:lnTo>
                  <a:pt x="508467" y="47606"/>
                </a:lnTo>
                <a:lnTo>
                  <a:pt x="511111" y="47035"/>
                </a:lnTo>
                <a:lnTo>
                  <a:pt x="513783" y="46625"/>
                </a:lnTo>
                <a:lnTo>
                  <a:pt x="516476" y="46377"/>
                </a:lnTo>
                <a:lnTo>
                  <a:pt x="519179" y="46291"/>
                </a:lnTo>
                <a:lnTo>
                  <a:pt x="521974" y="46386"/>
                </a:lnTo>
                <a:lnTo>
                  <a:pt x="524757" y="46654"/>
                </a:lnTo>
                <a:lnTo>
                  <a:pt x="527518" y="47096"/>
                </a:lnTo>
                <a:lnTo>
                  <a:pt x="530246" y="47708"/>
                </a:lnTo>
                <a:lnTo>
                  <a:pt x="532931" y="48490"/>
                </a:lnTo>
                <a:lnTo>
                  <a:pt x="535562" y="49437"/>
                </a:lnTo>
                <a:lnTo>
                  <a:pt x="538128" y="50546"/>
                </a:lnTo>
                <a:lnTo>
                  <a:pt x="540621" y="51814"/>
                </a:lnTo>
                <a:lnTo>
                  <a:pt x="543029" y="53234"/>
                </a:lnTo>
                <a:lnTo>
                  <a:pt x="545345" y="54801"/>
                </a:lnTo>
                <a:lnTo>
                  <a:pt x="547558" y="56510"/>
                </a:lnTo>
                <a:lnTo>
                  <a:pt x="549660" y="58353"/>
                </a:lnTo>
                <a:lnTo>
                  <a:pt x="551643" y="60324"/>
                </a:lnTo>
                <a:lnTo>
                  <a:pt x="553500" y="62415"/>
                </a:lnTo>
                <a:lnTo>
                  <a:pt x="555223" y="64617"/>
                </a:lnTo>
                <a:lnTo>
                  <a:pt x="556805" y="66923"/>
                </a:lnTo>
                <a:lnTo>
                  <a:pt x="558240" y="69323"/>
                </a:lnTo>
                <a:lnTo>
                  <a:pt x="559523" y="71807"/>
                </a:lnTo>
                <a:lnTo>
                  <a:pt x="560648" y="74367"/>
                </a:lnTo>
                <a:lnTo>
                  <a:pt x="561612" y="76991"/>
                </a:lnTo>
                <a:lnTo>
                  <a:pt x="562411" y="79671"/>
                </a:lnTo>
                <a:lnTo>
                  <a:pt x="563040" y="82395"/>
                </a:lnTo>
                <a:lnTo>
                  <a:pt x="563499" y="85153"/>
                </a:lnTo>
                <a:lnTo>
                  <a:pt x="563728" y="87249"/>
                </a:lnTo>
                <a:lnTo>
                  <a:pt x="563728" y="224942"/>
                </a:lnTo>
                <a:lnTo>
                  <a:pt x="590550" y="224942"/>
                </a:lnTo>
                <a:lnTo>
                  <a:pt x="590550" y="91116"/>
                </a:lnTo>
                <a:lnTo>
                  <a:pt x="590169" y="83794"/>
                </a:lnTo>
                <a:lnTo>
                  <a:pt x="589079" y="76681"/>
                </a:lnTo>
                <a:lnTo>
                  <a:pt x="587315" y="69814"/>
                </a:lnTo>
                <a:lnTo>
                  <a:pt x="584913" y="63230"/>
                </a:lnTo>
                <a:lnTo>
                  <a:pt x="581907" y="56964"/>
                </a:lnTo>
                <a:lnTo>
                  <a:pt x="578334" y="51052"/>
                </a:lnTo>
                <a:lnTo>
                  <a:pt x="574229" y="45532"/>
                </a:lnTo>
                <a:lnTo>
                  <a:pt x="569627" y="40438"/>
                </a:lnTo>
                <a:lnTo>
                  <a:pt x="564564" y="35809"/>
                </a:lnTo>
                <a:lnTo>
                  <a:pt x="559075" y="31678"/>
                </a:lnTo>
                <a:lnTo>
                  <a:pt x="553195" y="28084"/>
                </a:lnTo>
                <a:lnTo>
                  <a:pt x="546960" y="25062"/>
                </a:lnTo>
                <a:lnTo>
                  <a:pt x="540406" y="22649"/>
                </a:lnTo>
                <a:lnTo>
                  <a:pt x="533567" y="20880"/>
                </a:lnTo>
                <a:lnTo>
                  <a:pt x="526480" y="19792"/>
                </a:lnTo>
                <a:lnTo>
                  <a:pt x="519179" y="19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3" name="gemini-color vector 1">
            <a:extLst xmlns:a="http://schemas.openxmlformats.org/drawingml/2006/main">
              <a:ext uri="{FF2B5EF4-FFF2-40B4-BE49-F238E27FC236}">
                <a16:creationId xmlns:a16="http://schemas.microsoft.com/office/drawing/2014/main" id="{283181DC-B96C-4E3F-A551-D4A430CE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028950"/>
            <a:ext cx="323850" cy="342900"/>
          </a:xfrm>
          <a:custGeom xmlns:a="http://schemas.openxmlformats.org/drawingml/2006/main">
            <a:pathLst>
              <a:path w="228600" h="228600">
                <a:moveTo>
                  <a:pt x="196367" y="103203"/>
                </a:moveTo>
                <a:lnTo>
                  <a:pt x="189688" y="100142"/>
                </a:lnTo>
                <a:lnTo>
                  <a:pt x="183186" y="96722"/>
                </a:lnTo>
                <a:lnTo>
                  <a:pt x="176880" y="92952"/>
                </a:lnTo>
                <a:lnTo>
                  <a:pt x="170789" y="88844"/>
                </a:lnTo>
                <a:lnTo>
                  <a:pt x="164930" y="84410"/>
                </a:lnTo>
                <a:lnTo>
                  <a:pt x="159322" y="79664"/>
                </a:lnTo>
                <a:lnTo>
                  <a:pt x="153981" y="74619"/>
                </a:lnTo>
                <a:lnTo>
                  <a:pt x="148533" y="68826"/>
                </a:lnTo>
                <a:lnTo>
                  <a:pt x="143436" y="62722"/>
                </a:lnTo>
                <a:lnTo>
                  <a:pt x="138709" y="56326"/>
                </a:lnTo>
                <a:lnTo>
                  <a:pt x="134369" y="49663"/>
                </a:lnTo>
                <a:lnTo>
                  <a:pt x="130431" y="42754"/>
                </a:lnTo>
                <a:lnTo>
                  <a:pt x="126908" y="35624"/>
                </a:lnTo>
                <a:lnTo>
                  <a:pt x="123813" y="28299"/>
                </a:lnTo>
                <a:lnTo>
                  <a:pt x="121157" y="20803"/>
                </a:lnTo>
                <a:lnTo>
                  <a:pt x="118948" y="13164"/>
                </a:lnTo>
                <a:lnTo>
                  <a:pt x="118867" y="12880"/>
                </a:lnTo>
                <a:lnTo>
                  <a:pt x="118768" y="12603"/>
                </a:lnTo>
                <a:lnTo>
                  <a:pt x="118653" y="12332"/>
                </a:lnTo>
                <a:lnTo>
                  <a:pt x="118521" y="12069"/>
                </a:lnTo>
                <a:lnTo>
                  <a:pt x="118373" y="11814"/>
                </a:lnTo>
                <a:lnTo>
                  <a:pt x="118210" y="11569"/>
                </a:lnTo>
                <a:lnTo>
                  <a:pt x="118032" y="11334"/>
                </a:lnTo>
                <a:lnTo>
                  <a:pt x="117840" y="11110"/>
                </a:lnTo>
                <a:lnTo>
                  <a:pt x="117635" y="10899"/>
                </a:lnTo>
                <a:lnTo>
                  <a:pt x="117417" y="10701"/>
                </a:lnTo>
                <a:lnTo>
                  <a:pt x="117187" y="10517"/>
                </a:lnTo>
                <a:lnTo>
                  <a:pt x="116947" y="10347"/>
                </a:lnTo>
                <a:lnTo>
                  <a:pt x="116696" y="10192"/>
                </a:lnTo>
                <a:lnTo>
                  <a:pt x="116437" y="10053"/>
                </a:lnTo>
                <a:lnTo>
                  <a:pt x="116169" y="9930"/>
                </a:lnTo>
                <a:lnTo>
                  <a:pt x="115894" y="9824"/>
                </a:lnTo>
                <a:lnTo>
                  <a:pt x="115613" y="9735"/>
                </a:lnTo>
                <a:lnTo>
                  <a:pt x="115328" y="9663"/>
                </a:lnTo>
                <a:lnTo>
                  <a:pt x="115038" y="9609"/>
                </a:lnTo>
                <a:lnTo>
                  <a:pt x="114746" y="9573"/>
                </a:lnTo>
                <a:lnTo>
                  <a:pt x="114452" y="9555"/>
                </a:lnTo>
                <a:lnTo>
                  <a:pt x="114157" y="9555"/>
                </a:lnTo>
                <a:lnTo>
                  <a:pt x="113864" y="9573"/>
                </a:lnTo>
                <a:lnTo>
                  <a:pt x="113571" y="9609"/>
                </a:lnTo>
                <a:lnTo>
                  <a:pt x="113282" y="9663"/>
                </a:lnTo>
                <a:lnTo>
                  <a:pt x="112996" y="9735"/>
                </a:lnTo>
                <a:lnTo>
                  <a:pt x="112715" y="9824"/>
                </a:lnTo>
                <a:lnTo>
                  <a:pt x="112441" y="9930"/>
                </a:lnTo>
                <a:lnTo>
                  <a:pt x="112173" y="10053"/>
                </a:lnTo>
                <a:lnTo>
                  <a:pt x="111913" y="10192"/>
                </a:lnTo>
                <a:lnTo>
                  <a:pt x="111663" y="10347"/>
                </a:lnTo>
                <a:lnTo>
                  <a:pt x="111422" y="10517"/>
                </a:lnTo>
                <a:lnTo>
                  <a:pt x="111192" y="10701"/>
                </a:lnTo>
                <a:lnTo>
                  <a:pt x="110975" y="10899"/>
                </a:lnTo>
                <a:lnTo>
                  <a:pt x="110769" y="11110"/>
                </a:lnTo>
                <a:lnTo>
                  <a:pt x="110577" y="11334"/>
                </a:lnTo>
                <a:lnTo>
                  <a:pt x="110399" y="11569"/>
                </a:lnTo>
                <a:lnTo>
                  <a:pt x="110236" y="11814"/>
                </a:lnTo>
                <a:lnTo>
                  <a:pt x="110088" y="12069"/>
                </a:lnTo>
                <a:lnTo>
                  <a:pt x="109957" y="12332"/>
                </a:lnTo>
                <a:lnTo>
                  <a:pt x="109841" y="12603"/>
                </a:lnTo>
                <a:lnTo>
                  <a:pt x="109743" y="12880"/>
                </a:lnTo>
                <a:lnTo>
                  <a:pt x="109661" y="13164"/>
                </a:lnTo>
                <a:lnTo>
                  <a:pt x="107449" y="20802"/>
                </a:lnTo>
                <a:lnTo>
                  <a:pt x="104790" y="28297"/>
                </a:lnTo>
                <a:lnTo>
                  <a:pt x="101692" y="35622"/>
                </a:lnTo>
                <a:lnTo>
                  <a:pt x="98168" y="42751"/>
                </a:lnTo>
                <a:lnTo>
                  <a:pt x="94228" y="49659"/>
                </a:lnTo>
                <a:lnTo>
                  <a:pt x="89888" y="56323"/>
                </a:lnTo>
                <a:lnTo>
                  <a:pt x="85162" y="62719"/>
                </a:lnTo>
                <a:lnTo>
                  <a:pt x="80066" y="68825"/>
                </a:lnTo>
                <a:lnTo>
                  <a:pt x="74619" y="74619"/>
                </a:lnTo>
                <a:lnTo>
                  <a:pt x="69277" y="79663"/>
                </a:lnTo>
                <a:lnTo>
                  <a:pt x="63669" y="84410"/>
                </a:lnTo>
                <a:lnTo>
                  <a:pt x="57811" y="88843"/>
                </a:lnTo>
                <a:lnTo>
                  <a:pt x="51719" y="92951"/>
                </a:lnTo>
                <a:lnTo>
                  <a:pt x="45413" y="96721"/>
                </a:lnTo>
                <a:lnTo>
                  <a:pt x="38911" y="100142"/>
                </a:lnTo>
                <a:lnTo>
                  <a:pt x="32233" y="103203"/>
                </a:lnTo>
                <a:lnTo>
                  <a:pt x="31070" y="103697"/>
                </a:lnTo>
                <a:lnTo>
                  <a:pt x="29903" y="104179"/>
                </a:lnTo>
                <a:lnTo>
                  <a:pt x="28732" y="104648"/>
                </a:lnTo>
                <a:lnTo>
                  <a:pt x="27557" y="105106"/>
                </a:lnTo>
                <a:lnTo>
                  <a:pt x="26379" y="105551"/>
                </a:lnTo>
                <a:lnTo>
                  <a:pt x="25196" y="105984"/>
                </a:lnTo>
                <a:lnTo>
                  <a:pt x="24010" y="106405"/>
                </a:lnTo>
                <a:lnTo>
                  <a:pt x="22820" y="106815"/>
                </a:lnTo>
                <a:lnTo>
                  <a:pt x="21626" y="107212"/>
                </a:lnTo>
                <a:lnTo>
                  <a:pt x="20428" y="107597"/>
                </a:lnTo>
                <a:lnTo>
                  <a:pt x="19226" y="107971"/>
                </a:lnTo>
                <a:lnTo>
                  <a:pt x="18021" y="108332"/>
                </a:lnTo>
                <a:lnTo>
                  <a:pt x="16812" y="108682"/>
                </a:lnTo>
                <a:lnTo>
                  <a:pt x="15600" y="109020"/>
                </a:lnTo>
                <a:lnTo>
                  <a:pt x="14383" y="109347"/>
                </a:lnTo>
                <a:lnTo>
                  <a:pt x="13164" y="109661"/>
                </a:lnTo>
                <a:lnTo>
                  <a:pt x="12879" y="109741"/>
                </a:lnTo>
                <a:lnTo>
                  <a:pt x="12599" y="109838"/>
                </a:lnTo>
                <a:lnTo>
                  <a:pt x="12326" y="109952"/>
                </a:lnTo>
                <a:lnTo>
                  <a:pt x="12061" y="110082"/>
                </a:lnTo>
                <a:lnTo>
                  <a:pt x="11804" y="110229"/>
                </a:lnTo>
                <a:lnTo>
                  <a:pt x="11557" y="110391"/>
                </a:lnTo>
                <a:lnTo>
                  <a:pt x="11321" y="110569"/>
                </a:lnTo>
                <a:lnTo>
                  <a:pt x="11095" y="110760"/>
                </a:lnTo>
                <a:lnTo>
                  <a:pt x="10882" y="110965"/>
                </a:lnTo>
                <a:lnTo>
                  <a:pt x="10682" y="111183"/>
                </a:lnTo>
                <a:lnTo>
                  <a:pt x="10496" y="111413"/>
                </a:lnTo>
                <a:lnTo>
                  <a:pt x="10325" y="111654"/>
                </a:lnTo>
                <a:lnTo>
                  <a:pt x="10169" y="111905"/>
                </a:lnTo>
                <a:lnTo>
                  <a:pt x="10028" y="112165"/>
                </a:lnTo>
                <a:lnTo>
                  <a:pt x="9904" y="112434"/>
                </a:lnTo>
                <a:lnTo>
                  <a:pt x="9797" y="112709"/>
                </a:lnTo>
                <a:lnTo>
                  <a:pt x="9707" y="112991"/>
                </a:lnTo>
                <a:lnTo>
                  <a:pt x="9635" y="113278"/>
                </a:lnTo>
                <a:lnTo>
                  <a:pt x="9580" y="113568"/>
                </a:lnTo>
                <a:lnTo>
                  <a:pt x="9543" y="113862"/>
                </a:lnTo>
                <a:lnTo>
                  <a:pt x="9525" y="114157"/>
                </a:lnTo>
                <a:lnTo>
                  <a:pt x="9525" y="114453"/>
                </a:lnTo>
                <a:lnTo>
                  <a:pt x="9543" y="114748"/>
                </a:lnTo>
                <a:lnTo>
                  <a:pt x="9580" y="115041"/>
                </a:lnTo>
                <a:lnTo>
                  <a:pt x="9635" y="115332"/>
                </a:lnTo>
                <a:lnTo>
                  <a:pt x="9707" y="115619"/>
                </a:lnTo>
                <a:lnTo>
                  <a:pt x="9797" y="115900"/>
                </a:lnTo>
                <a:lnTo>
                  <a:pt x="9904" y="116176"/>
                </a:lnTo>
                <a:lnTo>
                  <a:pt x="10028" y="116444"/>
                </a:lnTo>
                <a:lnTo>
                  <a:pt x="10169" y="116704"/>
                </a:lnTo>
                <a:lnTo>
                  <a:pt x="10325" y="116956"/>
                </a:lnTo>
                <a:lnTo>
                  <a:pt x="10496" y="117196"/>
                </a:lnTo>
                <a:lnTo>
                  <a:pt x="10682" y="117426"/>
                </a:lnTo>
                <a:lnTo>
                  <a:pt x="10882" y="117644"/>
                </a:lnTo>
                <a:lnTo>
                  <a:pt x="11095" y="117849"/>
                </a:lnTo>
                <a:lnTo>
                  <a:pt x="11321" y="118041"/>
                </a:lnTo>
                <a:lnTo>
                  <a:pt x="11557" y="118218"/>
                </a:lnTo>
                <a:lnTo>
                  <a:pt x="11804" y="118381"/>
                </a:lnTo>
                <a:lnTo>
                  <a:pt x="12061" y="118527"/>
                </a:lnTo>
                <a:lnTo>
                  <a:pt x="12326" y="118658"/>
                </a:lnTo>
                <a:lnTo>
                  <a:pt x="12599" y="118772"/>
                </a:lnTo>
                <a:lnTo>
                  <a:pt x="12879" y="118869"/>
                </a:lnTo>
                <a:lnTo>
                  <a:pt x="13164" y="118948"/>
                </a:lnTo>
                <a:lnTo>
                  <a:pt x="14383" y="119261"/>
                </a:lnTo>
                <a:lnTo>
                  <a:pt x="15599" y="119586"/>
                </a:lnTo>
                <a:lnTo>
                  <a:pt x="16810" y="119923"/>
                </a:lnTo>
                <a:lnTo>
                  <a:pt x="18018" y="120272"/>
                </a:lnTo>
                <a:lnTo>
                  <a:pt x="19222" y="120633"/>
                </a:lnTo>
                <a:lnTo>
                  <a:pt x="20423" y="121005"/>
                </a:lnTo>
                <a:lnTo>
                  <a:pt x="21619" y="121390"/>
                </a:lnTo>
                <a:lnTo>
                  <a:pt x="22812" y="121787"/>
                </a:lnTo>
                <a:lnTo>
                  <a:pt x="24002" y="122195"/>
                </a:lnTo>
                <a:lnTo>
                  <a:pt x="25188" y="122616"/>
                </a:lnTo>
                <a:lnTo>
                  <a:pt x="26370" y="123049"/>
                </a:lnTo>
                <a:lnTo>
                  <a:pt x="27549" y="123494"/>
                </a:lnTo>
                <a:lnTo>
                  <a:pt x="28725" y="123952"/>
                </a:lnTo>
                <a:lnTo>
                  <a:pt x="29897" y="124421"/>
                </a:lnTo>
                <a:lnTo>
                  <a:pt x="31067" y="124903"/>
                </a:lnTo>
                <a:lnTo>
                  <a:pt x="32233" y="125397"/>
                </a:lnTo>
                <a:lnTo>
                  <a:pt x="38912" y="128458"/>
                </a:lnTo>
                <a:lnTo>
                  <a:pt x="45414" y="131878"/>
                </a:lnTo>
                <a:lnTo>
                  <a:pt x="51720" y="135648"/>
                </a:lnTo>
                <a:lnTo>
                  <a:pt x="57811" y="139756"/>
                </a:lnTo>
                <a:lnTo>
                  <a:pt x="63670" y="144190"/>
                </a:lnTo>
                <a:lnTo>
                  <a:pt x="69278" y="148936"/>
                </a:lnTo>
                <a:lnTo>
                  <a:pt x="74619" y="153981"/>
                </a:lnTo>
                <a:lnTo>
                  <a:pt x="80069" y="159774"/>
                </a:lnTo>
                <a:lnTo>
                  <a:pt x="85167" y="165880"/>
                </a:lnTo>
                <a:lnTo>
                  <a:pt x="89895" y="172276"/>
                </a:lnTo>
                <a:lnTo>
                  <a:pt x="94236" y="178941"/>
                </a:lnTo>
                <a:lnTo>
                  <a:pt x="98175" y="185851"/>
                </a:lnTo>
                <a:lnTo>
                  <a:pt x="101699" y="192981"/>
                </a:lnTo>
                <a:lnTo>
                  <a:pt x="104795" y="200308"/>
                </a:lnTo>
                <a:lnTo>
                  <a:pt x="107452" y="207805"/>
                </a:lnTo>
                <a:lnTo>
                  <a:pt x="109661" y="215446"/>
                </a:lnTo>
                <a:lnTo>
                  <a:pt x="109741" y="215731"/>
                </a:lnTo>
                <a:lnTo>
                  <a:pt x="109838" y="216010"/>
                </a:lnTo>
                <a:lnTo>
                  <a:pt x="109952" y="216283"/>
                </a:lnTo>
                <a:lnTo>
                  <a:pt x="110082" y="216548"/>
                </a:lnTo>
                <a:lnTo>
                  <a:pt x="110229" y="216805"/>
                </a:lnTo>
                <a:lnTo>
                  <a:pt x="110391" y="217052"/>
                </a:lnTo>
                <a:lnTo>
                  <a:pt x="110569" y="217289"/>
                </a:lnTo>
                <a:lnTo>
                  <a:pt x="110760" y="217514"/>
                </a:lnTo>
                <a:lnTo>
                  <a:pt x="110965" y="217727"/>
                </a:lnTo>
                <a:lnTo>
                  <a:pt x="111183" y="217927"/>
                </a:lnTo>
                <a:lnTo>
                  <a:pt x="111413" y="218113"/>
                </a:lnTo>
                <a:lnTo>
                  <a:pt x="111654" y="218285"/>
                </a:lnTo>
                <a:lnTo>
                  <a:pt x="111905" y="218441"/>
                </a:lnTo>
                <a:lnTo>
                  <a:pt x="112165" y="218581"/>
                </a:lnTo>
                <a:lnTo>
                  <a:pt x="112434" y="218705"/>
                </a:lnTo>
                <a:lnTo>
                  <a:pt x="112709" y="218813"/>
                </a:lnTo>
                <a:lnTo>
                  <a:pt x="112991" y="218903"/>
                </a:lnTo>
                <a:lnTo>
                  <a:pt x="113278" y="218975"/>
                </a:lnTo>
                <a:lnTo>
                  <a:pt x="113568" y="219030"/>
                </a:lnTo>
                <a:lnTo>
                  <a:pt x="113862" y="219066"/>
                </a:lnTo>
                <a:lnTo>
                  <a:pt x="114157" y="219084"/>
                </a:lnTo>
                <a:lnTo>
                  <a:pt x="114453" y="219084"/>
                </a:lnTo>
                <a:lnTo>
                  <a:pt x="114748" y="219066"/>
                </a:lnTo>
                <a:lnTo>
                  <a:pt x="115041" y="219030"/>
                </a:lnTo>
                <a:lnTo>
                  <a:pt x="115332" y="218975"/>
                </a:lnTo>
                <a:lnTo>
                  <a:pt x="115619" y="218903"/>
                </a:lnTo>
                <a:lnTo>
                  <a:pt x="115900" y="218813"/>
                </a:lnTo>
                <a:lnTo>
                  <a:pt x="116176" y="218705"/>
                </a:lnTo>
                <a:lnTo>
                  <a:pt x="116444" y="218581"/>
                </a:lnTo>
                <a:lnTo>
                  <a:pt x="116704" y="218441"/>
                </a:lnTo>
                <a:lnTo>
                  <a:pt x="116956" y="218285"/>
                </a:lnTo>
                <a:lnTo>
                  <a:pt x="117196" y="218113"/>
                </a:lnTo>
                <a:lnTo>
                  <a:pt x="117426" y="217927"/>
                </a:lnTo>
                <a:lnTo>
                  <a:pt x="117644" y="217727"/>
                </a:lnTo>
                <a:lnTo>
                  <a:pt x="117849" y="217514"/>
                </a:lnTo>
                <a:lnTo>
                  <a:pt x="118041" y="217289"/>
                </a:lnTo>
                <a:lnTo>
                  <a:pt x="118218" y="217052"/>
                </a:lnTo>
                <a:lnTo>
                  <a:pt x="118381" y="216805"/>
                </a:lnTo>
                <a:lnTo>
                  <a:pt x="118527" y="216548"/>
                </a:lnTo>
                <a:lnTo>
                  <a:pt x="118658" y="216283"/>
                </a:lnTo>
                <a:lnTo>
                  <a:pt x="118772" y="216010"/>
                </a:lnTo>
                <a:lnTo>
                  <a:pt x="118869" y="215731"/>
                </a:lnTo>
                <a:lnTo>
                  <a:pt x="118948" y="215446"/>
                </a:lnTo>
                <a:lnTo>
                  <a:pt x="119261" y="214225"/>
                </a:lnTo>
                <a:lnTo>
                  <a:pt x="119586" y="213008"/>
                </a:lnTo>
                <a:lnTo>
                  <a:pt x="119923" y="211795"/>
                </a:lnTo>
                <a:lnTo>
                  <a:pt x="120272" y="210586"/>
                </a:lnTo>
                <a:lnTo>
                  <a:pt x="120633" y="209381"/>
                </a:lnTo>
                <a:lnTo>
                  <a:pt x="121005" y="208180"/>
                </a:lnTo>
                <a:lnTo>
                  <a:pt x="121390" y="206982"/>
                </a:lnTo>
                <a:lnTo>
                  <a:pt x="121787" y="205789"/>
                </a:lnTo>
                <a:lnTo>
                  <a:pt x="122195" y="204599"/>
                </a:lnTo>
                <a:lnTo>
                  <a:pt x="122616" y="203413"/>
                </a:lnTo>
                <a:lnTo>
                  <a:pt x="123049" y="202230"/>
                </a:lnTo>
                <a:lnTo>
                  <a:pt x="123494" y="201051"/>
                </a:lnTo>
                <a:lnTo>
                  <a:pt x="123952" y="199875"/>
                </a:lnTo>
                <a:lnTo>
                  <a:pt x="124421" y="198703"/>
                </a:lnTo>
                <a:lnTo>
                  <a:pt x="124903" y="197533"/>
                </a:lnTo>
                <a:lnTo>
                  <a:pt x="125397" y="196367"/>
                </a:lnTo>
                <a:lnTo>
                  <a:pt x="128457" y="189688"/>
                </a:lnTo>
                <a:lnTo>
                  <a:pt x="131878" y="183186"/>
                </a:lnTo>
                <a:lnTo>
                  <a:pt x="135648" y="176880"/>
                </a:lnTo>
                <a:lnTo>
                  <a:pt x="139755" y="170788"/>
                </a:lnTo>
                <a:lnTo>
                  <a:pt x="144189" y="164930"/>
                </a:lnTo>
                <a:lnTo>
                  <a:pt x="148936" y="159322"/>
                </a:lnTo>
                <a:lnTo>
                  <a:pt x="153981" y="153981"/>
                </a:lnTo>
                <a:lnTo>
                  <a:pt x="159775" y="148532"/>
                </a:lnTo>
                <a:lnTo>
                  <a:pt x="165881" y="143436"/>
                </a:lnTo>
                <a:lnTo>
                  <a:pt x="172277" y="138709"/>
                </a:lnTo>
                <a:lnTo>
                  <a:pt x="178942" y="134369"/>
                </a:lnTo>
                <a:lnTo>
                  <a:pt x="185852" y="130431"/>
                </a:lnTo>
                <a:lnTo>
                  <a:pt x="192982" y="126908"/>
                </a:lnTo>
                <a:lnTo>
                  <a:pt x="200309" y="123813"/>
                </a:lnTo>
                <a:lnTo>
                  <a:pt x="207805" y="121156"/>
                </a:lnTo>
                <a:lnTo>
                  <a:pt x="215446" y="118948"/>
                </a:lnTo>
                <a:lnTo>
                  <a:pt x="215729" y="118867"/>
                </a:lnTo>
                <a:lnTo>
                  <a:pt x="216007" y="118768"/>
                </a:lnTo>
                <a:lnTo>
                  <a:pt x="216278" y="118653"/>
                </a:lnTo>
                <a:lnTo>
                  <a:pt x="216541" y="118521"/>
                </a:lnTo>
                <a:lnTo>
                  <a:pt x="216796" y="118373"/>
                </a:lnTo>
                <a:lnTo>
                  <a:pt x="217041" y="118210"/>
                </a:lnTo>
                <a:lnTo>
                  <a:pt x="217276" y="118032"/>
                </a:lnTo>
                <a:lnTo>
                  <a:pt x="217499" y="117840"/>
                </a:lnTo>
                <a:lnTo>
                  <a:pt x="217710" y="117635"/>
                </a:lnTo>
                <a:lnTo>
                  <a:pt x="217908" y="117417"/>
                </a:lnTo>
                <a:lnTo>
                  <a:pt x="218093" y="117187"/>
                </a:lnTo>
                <a:lnTo>
                  <a:pt x="218263" y="116947"/>
                </a:lnTo>
                <a:lnTo>
                  <a:pt x="218417" y="116696"/>
                </a:lnTo>
                <a:lnTo>
                  <a:pt x="218556" y="116437"/>
                </a:lnTo>
                <a:lnTo>
                  <a:pt x="218679" y="116169"/>
                </a:lnTo>
                <a:lnTo>
                  <a:pt x="218786" y="115894"/>
                </a:lnTo>
                <a:lnTo>
                  <a:pt x="218875" y="115613"/>
                </a:lnTo>
                <a:lnTo>
                  <a:pt x="218946" y="115328"/>
                </a:lnTo>
                <a:lnTo>
                  <a:pt x="219000" y="115038"/>
                </a:lnTo>
                <a:lnTo>
                  <a:pt x="219036" y="114746"/>
                </a:lnTo>
                <a:lnTo>
                  <a:pt x="219055" y="114452"/>
                </a:lnTo>
                <a:lnTo>
                  <a:pt x="219055" y="114157"/>
                </a:lnTo>
                <a:lnTo>
                  <a:pt x="219036" y="113864"/>
                </a:lnTo>
                <a:lnTo>
                  <a:pt x="219000" y="113571"/>
                </a:lnTo>
                <a:lnTo>
                  <a:pt x="218946" y="113282"/>
                </a:lnTo>
                <a:lnTo>
                  <a:pt x="218875" y="112996"/>
                </a:lnTo>
                <a:lnTo>
                  <a:pt x="218786" y="112715"/>
                </a:lnTo>
                <a:lnTo>
                  <a:pt x="218679" y="112441"/>
                </a:lnTo>
                <a:lnTo>
                  <a:pt x="218556" y="112173"/>
                </a:lnTo>
                <a:lnTo>
                  <a:pt x="218417" y="111913"/>
                </a:lnTo>
                <a:lnTo>
                  <a:pt x="218263" y="111663"/>
                </a:lnTo>
                <a:lnTo>
                  <a:pt x="218093" y="111422"/>
                </a:lnTo>
                <a:lnTo>
                  <a:pt x="217908" y="111192"/>
                </a:lnTo>
                <a:lnTo>
                  <a:pt x="217710" y="110975"/>
                </a:lnTo>
                <a:lnTo>
                  <a:pt x="217499" y="110769"/>
                </a:lnTo>
                <a:lnTo>
                  <a:pt x="217276" y="110577"/>
                </a:lnTo>
                <a:lnTo>
                  <a:pt x="217041" y="110399"/>
                </a:lnTo>
                <a:lnTo>
                  <a:pt x="216796" y="110236"/>
                </a:lnTo>
                <a:lnTo>
                  <a:pt x="216541" y="110088"/>
                </a:lnTo>
                <a:lnTo>
                  <a:pt x="216278" y="109957"/>
                </a:lnTo>
                <a:lnTo>
                  <a:pt x="216007" y="109841"/>
                </a:lnTo>
                <a:lnTo>
                  <a:pt x="215729" y="109743"/>
                </a:lnTo>
                <a:lnTo>
                  <a:pt x="215446" y="109661"/>
                </a:lnTo>
                <a:lnTo>
                  <a:pt x="212198" y="108798"/>
                </a:lnTo>
                <a:lnTo>
                  <a:pt x="208975" y="107849"/>
                </a:lnTo>
                <a:lnTo>
                  <a:pt x="205778" y="106814"/>
                </a:lnTo>
                <a:lnTo>
                  <a:pt x="202609" y="105694"/>
                </a:lnTo>
                <a:lnTo>
                  <a:pt x="199472" y="104490"/>
                </a:lnTo>
                <a:lnTo>
                  <a:pt x="196367" y="10320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498B"/>
              </a:gs>
              <a:gs pos="40000">
                <a:srgbClr val="A33BFE"/>
              </a:gs>
              <a:gs pos="67000">
                <a:srgbClr val="1B8FF4"/>
              </a:gs>
              <a:gs pos="100000">
                <a:srgbClr val="25C9A0"/>
              </a:gs>
            </a:gsLst>
            <a:lin ang="6600000"/>
          </a:gradFill>
          <a:ln xmlns:a="http://schemas.openxmlformats.org/drawingml/2006/main" w="0">
            <a:noFill/>
          </a:ln>
        </p:spPr>
      </p:sp>
      <p:sp>
        <p:nvSpPr>
          <p:cNvPr id="54" name="Provider wordmark separator">
            <a:extLst xmlns:a="http://schemas.openxmlformats.org/drawingml/2006/main">
              <a:ext uri="{FF2B5EF4-FFF2-40B4-BE49-F238E27FC236}">
                <a16:creationId xmlns:a16="http://schemas.microsoft.com/office/drawing/2014/main" id="{DD5970F5-F99D-451E-83E9-FC2F83E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303847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CCD6DF"/>
            </a:solidFill>
            <a:prstDash val="solid"/>
          </a:ln>
        </p:spPr>
      </p:sp>
      <p:sp>
        <p:nvSpPr>
          <p:cNvPr id="5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2F15569-FFBD-486A-A7D9-7D15F8D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"/>
            <a:ext cx="134493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System Architecture &amp; Data Flow</a:t>
            </a:r>
          </a:p>
        </p:txBody>
      </p:sp>
      <p:sp>
        <p:nvSpPr>
          <p:cNvPr id="56" name="Text 1">
            <a:extLst xmlns:a="http://schemas.openxmlformats.org/drawingml/2006/main">
              <a:ext uri="{FF2B5EF4-FFF2-40B4-BE49-F238E27FC236}">
                <a16:creationId xmlns:a16="http://schemas.microsoft.com/office/drawing/2014/main" id="{1607153A-F4DD-4EBA-91E8-06D3A54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7275"/>
            <a:ext cx="1402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Selected material becomes a case assessment with visible evidence and a verification step.</a:t>
            </a:r>
          </a:p>
        </p:txBody>
      </p:sp>
      <p:sp>
        <p:nvSpPr>
          <p:cNvPr id="57" name="Text 2">
            <a:extLst xmlns:a="http://schemas.openxmlformats.org/drawingml/2006/main">
              <a:ext uri="{FF2B5EF4-FFF2-40B4-BE49-F238E27FC236}">
                <a16:creationId xmlns:a16="http://schemas.microsoft.com/office/drawing/2014/main" id="{D6AD780F-1843-472B-994E-C6EEBE1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9072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USER DEVICE</a:t>
            </a:r>
          </a:p>
        </p:txBody>
      </p:sp>
      <p:sp>
        <p:nvSpPr>
          <p:cNvPr id="58" name="Text 3">
            <a:extLst xmlns:a="http://schemas.openxmlformats.org/drawingml/2006/main">
              <a:ext uri="{FF2B5EF4-FFF2-40B4-BE49-F238E27FC236}">
                <a16:creationId xmlns:a16="http://schemas.microsoft.com/office/drawing/2014/main" id="{D4BB0780-B49A-4276-B0A4-ABD368CA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90725"/>
            <a:ext cx="277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SACHET BACKEND</a:t>
            </a:r>
          </a:p>
        </p:txBody>
      </p:sp>
      <p:sp>
        <p:nvSpPr>
          <p:cNvPr id="59" name="Text 4">
            <a:extLst xmlns:a="http://schemas.openxmlformats.org/drawingml/2006/main">
              <a:ext uri="{FF2B5EF4-FFF2-40B4-BE49-F238E27FC236}">
                <a16:creationId xmlns:a16="http://schemas.microsoft.com/office/drawing/2014/main" id="{E0E65B83-49BC-4A11-9441-31602840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57400"/>
            <a:ext cx="1590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60" name="Text 5">
            <a:extLst xmlns:a="http://schemas.openxmlformats.org/drawingml/2006/main">
              <a:ext uri="{FF2B5EF4-FFF2-40B4-BE49-F238E27FC236}">
                <a16:creationId xmlns:a16="http://schemas.microsoft.com/office/drawing/2014/main" id="{B4EB4867-FD42-4C76-AEE7-B11E514E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2009775"/>
            <a:ext cx="2695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OPTIONAL CLOUD SERVICES</a:t>
            </a:r>
          </a:p>
        </p:txBody>
      </p:sp>
      <p:sp>
        <p:nvSpPr>
          <p:cNvPr id="61" name="Text 6">
            <a:extLst xmlns:a="http://schemas.openxmlformats.org/drawingml/2006/main">
              <a:ext uri="{FF2B5EF4-FFF2-40B4-BE49-F238E27FC236}">
                <a16:creationId xmlns:a16="http://schemas.microsoft.com/office/drawing/2014/main" id="{4653EF43-EF77-49A1-BD44-BC76CB2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76525"/>
            <a:ext cx="1552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62" name="Text 7">
            <a:extLst xmlns:a="http://schemas.openxmlformats.org/drawingml/2006/main">
              <a:ext uri="{FF2B5EF4-FFF2-40B4-BE49-F238E27FC236}">
                <a16:creationId xmlns:a16="http://schemas.microsoft.com/office/drawing/2014/main" id="{34DC8541-64B5-433F-A932-F633E92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09900"/>
            <a:ext cx="1590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Select text or screenshot</a:t>
            </a:r>
          </a:p>
        </p:txBody>
      </p:sp>
      <p:sp>
        <p:nvSpPr>
          <p:cNvPr id="63" name="Selected text connector label background">
            <a:extLst xmlns:a="http://schemas.openxmlformats.org/drawingml/2006/main">
              <a:ext uri="{FF2B5EF4-FFF2-40B4-BE49-F238E27FC236}">
                <a16:creationId xmlns:a16="http://schemas.microsoft.com/office/drawing/2014/main" id="{4D646D73-0555-4820-865A-D77A4B3F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 8">
            <a:extLst xmlns:a="http://schemas.openxmlformats.org/drawingml/2006/main">
              <a:ext uri="{FF2B5EF4-FFF2-40B4-BE49-F238E27FC236}">
                <a16:creationId xmlns:a16="http://schemas.microsoft.com/office/drawing/2014/main" id="{4B8D52A1-535B-4620-9487-674D4C0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147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Selected</a:t>
            </a:r>
          </a:p>
          <a:p xmlns:a="http://schemas.openxmlformats.org/drawingml/2006/main">
            <a:pPr algn="ctr">
              <a:defRPr sz="13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65" name="Screenshot connector label background">
            <a:extLst xmlns:a="http://schemas.openxmlformats.org/drawingml/2006/main">
              <a:ext uri="{FF2B5EF4-FFF2-40B4-BE49-F238E27FC236}">
                <a16:creationId xmlns:a16="http://schemas.microsoft.com/office/drawing/2014/main" id="{62FF6F14-124B-4BBA-8F5C-26098BB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1000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 9">
            <a:extLst xmlns:a="http://schemas.openxmlformats.org/drawingml/2006/main">
              <a:ext uri="{FF2B5EF4-FFF2-40B4-BE49-F238E27FC236}">
                <a16:creationId xmlns:a16="http://schemas.microsoft.com/office/drawing/2014/main" id="{A209BCD9-5F37-49BB-A0D1-6E2E5D8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86200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Screenshot</a:t>
            </a:r>
          </a:p>
        </p:txBody>
      </p:sp>
      <p:sp>
        <p:nvSpPr>
          <p:cNvPr id="67" name="Text 10">
            <a:extLst xmlns:a="http://schemas.openxmlformats.org/drawingml/2006/main">
              <a:ext uri="{FF2B5EF4-FFF2-40B4-BE49-F238E27FC236}">
                <a16:creationId xmlns:a16="http://schemas.microsoft.com/office/drawing/2014/main" id="{6A7752B2-F458-49BF-A81F-B8AF3F6A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Local text extraction</a:t>
            </a:r>
          </a:p>
        </p:txBody>
      </p:sp>
      <p:sp>
        <p:nvSpPr>
          <p:cNvPr id="68" name="Text 11">
            <a:extLst xmlns:a="http://schemas.openxmlformats.org/drawingml/2006/main">
              <a:ext uri="{FF2B5EF4-FFF2-40B4-BE49-F238E27FC236}">
                <a16:creationId xmlns:a16="http://schemas.microsoft.com/office/drawing/2014/main" id="{843DDEDC-330F-487A-A029-5782CE4B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1895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Image stays on device</a:t>
            </a:r>
          </a:p>
        </p:txBody>
      </p:sp>
      <p:sp>
        <p:nvSpPr>
          <p:cNvPr id="69" name="Text 12">
            <a:extLst xmlns:a="http://schemas.openxmlformats.org/drawingml/2006/main">
              <a:ext uri="{FF2B5EF4-FFF2-40B4-BE49-F238E27FC236}">
                <a16:creationId xmlns:a16="http://schemas.microsoft.com/office/drawing/2014/main" id="{0706391F-B775-452C-BED1-4A35DAAE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48350"/>
            <a:ext cx="2457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Preview &amp; submit</a:t>
            </a:r>
          </a:p>
        </p:txBody>
      </p:sp>
      <p:sp>
        <p:nvSpPr>
          <p:cNvPr id="70" name="Text 13">
            <a:extLst xmlns:a="http://schemas.openxmlformats.org/drawingml/2006/main">
              <a:ext uri="{FF2B5EF4-FFF2-40B4-BE49-F238E27FC236}">
                <a16:creationId xmlns:a16="http://schemas.microsoft.com/office/drawing/2014/main" id="{226B0A54-E8C5-4EA1-B4F9-0A8F6BC2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91250"/>
            <a:ext cx="2457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Review selected text</a:t>
            </a:r>
          </a:p>
        </p:txBody>
      </p:sp>
      <p:sp>
        <p:nvSpPr>
          <p:cNvPr id="71" name="Text 14">
            <a:extLst xmlns:a="http://schemas.openxmlformats.org/drawingml/2006/main">
              <a:ext uri="{FF2B5EF4-FFF2-40B4-BE49-F238E27FC236}">
                <a16:creationId xmlns:a16="http://schemas.microsoft.com/office/drawing/2014/main" id="{21F8B94B-43F2-4255-9CE3-4D1BCE9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76625"/>
            <a:ext cx="79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2" name="Text 15">
            <a:extLst xmlns:a="http://schemas.openxmlformats.org/drawingml/2006/main">
              <a:ext uri="{FF2B5EF4-FFF2-40B4-BE49-F238E27FC236}">
                <a16:creationId xmlns:a16="http://schemas.microsoft.com/office/drawing/2014/main" id="{36C5F125-6BA7-4C11-A4EC-83659B5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1104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Check access</a:t>
            </a:r>
          </a:p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&amp; input</a:t>
            </a:r>
          </a:p>
        </p:txBody>
      </p:sp>
      <p:sp>
        <p:nvSpPr>
          <p:cNvPr id="73" name="Text 16">
            <a:extLst xmlns:a="http://schemas.openxmlformats.org/drawingml/2006/main">
              <a:ext uri="{FF2B5EF4-FFF2-40B4-BE49-F238E27FC236}">
                <a16:creationId xmlns:a16="http://schemas.microsoft.com/office/drawing/2014/main" id="{7192F58A-DEDF-490B-BA46-A0113587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09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Case management</a:t>
            </a:r>
          </a:p>
        </p:txBody>
      </p:sp>
      <p:sp>
        <p:nvSpPr>
          <p:cNvPr id="74" name="Text 17">
            <a:extLst xmlns:a="http://schemas.openxmlformats.org/drawingml/2006/main">
              <a:ext uri="{FF2B5EF4-FFF2-40B4-BE49-F238E27FC236}">
                <a16:creationId xmlns:a16="http://schemas.microsoft.com/office/drawing/2014/main" id="{717D4F73-6F63-430E-BA66-4CAC78E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144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Evidence +</a:t>
            </a:r>
          </a:p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revision history</a:t>
            </a:r>
          </a:p>
        </p:txBody>
      </p:sp>
      <p:sp>
        <p:nvSpPr>
          <p:cNvPr id="75" name="Text 18">
            <a:extLst xmlns:a="http://schemas.openxmlformats.org/drawingml/2006/main">
              <a:ext uri="{FF2B5EF4-FFF2-40B4-BE49-F238E27FC236}">
                <a16:creationId xmlns:a16="http://schemas.microsoft.com/office/drawing/2014/main" id="{AA3D84CE-8D3E-4780-8DED-E0587604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02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Detection engine</a:t>
            </a:r>
          </a:p>
        </p:txBody>
      </p:sp>
      <p:sp>
        <p:nvSpPr>
          <p:cNvPr id="76" name="Text 19">
            <a:extLst xmlns:a="http://schemas.openxmlformats.org/drawingml/2006/main">
              <a:ext uri="{FF2B5EF4-FFF2-40B4-BE49-F238E27FC236}">
                <a16:creationId xmlns:a16="http://schemas.microsoft.com/office/drawing/2014/main" id="{9CB44BB1-D750-4F88-B924-E569380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72427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English rules +</a:t>
            </a:r>
          </a:p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active patterns</a:t>
            </a:r>
          </a:p>
        </p:txBody>
      </p:sp>
      <p:sp>
        <p:nvSpPr>
          <p:cNvPr id="77" name="Text 20">
            <a:extLst xmlns:a="http://schemas.openxmlformats.org/drawingml/2006/main">
              <a:ext uri="{FF2B5EF4-FFF2-40B4-BE49-F238E27FC236}">
                <a16:creationId xmlns:a16="http://schemas.microsoft.com/office/drawing/2014/main" id="{908E5CE3-05F7-4C9A-8BEE-ECF61A1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43275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Before sending</a:t>
            </a:r>
          </a:p>
        </p:txBody>
      </p:sp>
      <p:sp>
        <p:nvSpPr>
          <p:cNvPr id="78" name="Text 21">
            <a:extLst xmlns:a="http://schemas.openxmlformats.org/drawingml/2006/main">
              <a:ext uri="{FF2B5EF4-FFF2-40B4-BE49-F238E27FC236}">
                <a16:creationId xmlns:a16="http://schemas.microsoft.com/office/drawing/2014/main" id="{3340F23D-F356-4A3A-9E03-707C084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5760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Check permission</a:t>
            </a:r>
          </a:p>
        </p:txBody>
      </p:sp>
      <p:sp>
        <p:nvSpPr>
          <p:cNvPr id="79" name="Text 22">
            <a:extLst xmlns:a="http://schemas.openxmlformats.org/drawingml/2006/main">
              <a:ext uri="{FF2B5EF4-FFF2-40B4-BE49-F238E27FC236}">
                <a16:creationId xmlns:a16="http://schemas.microsoft.com/office/drawing/2014/main" id="{FAF99014-8AAB-48E2-8394-58CEE00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05250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29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Minimize selected text</a:t>
            </a:r>
          </a:p>
        </p:txBody>
      </p:sp>
      <p:sp>
        <p:nvSpPr>
          <p:cNvPr id="80" name="Permitted text connector label background">
            <a:extLst xmlns:a="http://schemas.openxmlformats.org/drawingml/2006/main">
              <a:ext uri="{FF2B5EF4-FFF2-40B4-BE49-F238E27FC236}">
                <a16:creationId xmlns:a16="http://schemas.microsoft.com/office/drawing/2014/main" id="{AB628B19-D89F-4A19-A295-A029B8C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4099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 23">
            <a:extLst xmlns:a="http://schemas.openxmlformats.org/drawingml/2006/main">
              <a:ext uri="{FF2B5EF4-FFF2-40B4-BE49-F238E27FC236}">
                <a16:creationId xmlns:a16="http://schemas.microsoft.com/office/drawing/2014/main" id="{D87E1369-A458-4AFD-B10D-82001E2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419475"/>
            <a:ext cx="1247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Permitted text</a:t>
            </a:r>
          </a:p>
        </p:txBody>
      </p:sp>
      <p:sp>
        <p:nvSpPr>
          <p:cNvPr id="82" name="Read write connector label background">
            <a:extLst xmlns:a="http://schemas.openxmlformats.org/drawingml/2006/main">
              <a:ext uri="{FF2B5EF4-FFF2-40B4-BE49-F238E27FC236}">
                <a16:creationId xmlns:a16="http://schemas.microsoft.com/office/drawing/2014/main" id="{58239A4B-098E-47BA-AB32-C611A6CF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1190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 24">
            <a:extLst xmlns:a="http://schemas.openxmlformats.org/drawingml/2006/main">
              <a:ext uri="{FF2B5EF4-FFF2-40B4-BE49-F238E27FC236}">
                <a16:creationId xmlns:a16="http://schemas.microsoft.com/office/drawing/2014/main" id="{58878DCC-4CF8-46FB-9A47-65F5C81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529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Read / write</a:t>
            </a:r>
          </a:p>
        </p:txBody>
      </p:sp>
      <p:sp>
        <p:nvSpPr>
          <p:cNvPr id="84" name="Text 25">
            <a:extLst xmlns:a="http://schemas.openxmlformats.org/drawingml/2006/main">
              <a:ext uri="{FF2B5EF4-FFF2-40B4-BE49-F238E27FC236}">
                <a16:creationId xmlns:a16="http://schemas.microsoft.com/office/drawing/2014/main" id="{DC1E378B-E85F-45EF-9FF9-EA10AC4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05475"/>
            <a:ext cx="1743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SQLite case storage</a:t>
            </a:r>
          </a:p>
        </p:txBody>
      </p:sp>
      <p:sp>
        <p:nvSpPr>
          <p:cNvPr id="85" name="Text 26">
            <a:extLst xmlns:a="http://schemas.openxmlformats.org/drawingml/2006/main">
              <a:ext uri="{FF2B5EF4-FFF2-40B4-BE49-F238E27FC236}">
                <a16:creationId xmlns:a16="http://schemas.microsoft.com/office/drawing/2014/main" id="{D5489E05-7330-43AD-B37A-2C874DDB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48375"/>
            <a:ext cx="1743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Evidence · Revisions ·</a:t>
            </a:r>
          </a:p>
          <a:p xmlns:a="http://schemas.openxmlformats.org/drawingml/2006/main">
            <a:pPr algn="l">
              <a:defRPr sz="1313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Assessments</a:t>
            </a:r>
          </a:p>
        </p:txBody>
      </p:sp>
      <p:sp>
        <p:nvSpPr>
          <p:cNvPr id="86" name="Text 27">
            <a:extLst xmlns:a="http://schemas.openxmlformats.org/drawingml/2006/main">
              <a:ext uri="{FF2B5EF4-FFF2-40B4-BE49-F238E27FC236}">
                <a16:creationId xmlns:a16="http://schemas.microsoft.com/office/drawing/2014/main" id="{956D57B4-D62F-4E32-BFBF-ACB91A7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578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Assessment response</a:t>
            </a:r>
          </a:p>
        </p:txBody>
      </p:sp>
      <p:sp>
        <p:nvSpPr>
          <p:cNvPr id="87" name="Text 28">
            <a:extLst xmlns:a="http://schemas.openxmlformats.org/drawingml/2006/main">
              <a:ext uri="{FF2B5EF4-FFF2-40B4-BE49-F238E27FC236}">
                <a16:creationId xmlns:a16="http://schemas.microsoft.com/office/drawing/2014/main" id="{B8C966BD-06F7-4401-B622-754228F4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721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21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Concern, quotes &amp; next step</a:t>
            </a:r>
          </a:p>
        </p:txBody>
      </p:sp>
      <p:sp>
        <p:nvSpPr>
          <p:cNvPr id="88" name="Text 29">
            <a:extLst xmlns:a="http://schemas.openxmlformats.org/drawingml/2006/main">
              <a:ext uri="{FF2B5EF4-FFF2-40B4-BE49-F238E27FC236}">
                <a16:creationId xmlns:a16="http://schemas.microsoft.com/office/drawing/2014/main" id="{211F30D8-7A39-46C6-A200-77A0E9F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0300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Uncertainty stays visible</a:t>
            </a:r>
          </a:p>
        </p:txBody>
      </p:sp>
      <p:sp>
        <p:nvSpPr>
          <p:cNvPr id="89" name="Text 30">
            <a:extLst xmlns:a="http://schemas.openxmlformats.org/drawingml/2006/main">
              <a:ext uri="{FF2B5EF4-FFF2-40B4-BE49-F238E27FC236}">
                <a16:creationId xmlns:a16="http://schemas.microsoft.com/office/drawing/2014/main" id="{BBFF6538-6E73-4C5F-B0A4-D787FBA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57850"/>
            <a:ext cx="1704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After receiving</a:t>
            </a:r>
          </a:p>
        </p:txBody>
      </p:sp>
      <p:sp>
        <p:nvSpPr>
          <p:cNvPr id="90" name="Text 31">
            <a:extLst xmlns:a="http://schemas.openxmlformats.org/drawingml/2006/main">
              <a:ext uri="{FF2B5EF4-FFF2-40B4-BE49-F238E27FC236}">
                <a16:creationId xmlns:a16="http://schemas.microsoft.com/office/drawing/2014/main" id="{142BF490-FE8A-406B-BD1F-9C225624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721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93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193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Validate response format</a:t>
            </a:r>
          </a:p>
        </p:txBody>
      </p:sp>
      <p:sp>
        <p:nvSpPr>
          <p:cNvPr id="91" name="Text 32">
            <a:extLst xmlns:a="http://schemas.openxmlformats.org/drawingml/2006/main">
              <a:ext uri="{FF2B5EF4-FFF2-40B4-BE49-F238E27FC236}">
                <a16:creationId xmlns:a16="http://schemas.microsoft.com/office/drawing/2014/main" id="{6FED0EDF-23FA-4E5C-AB18-7FBCE333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23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Verify source quotations</a:t>
            </a:r>
          </a:p>
        </p:txBody>
      </p:sp>
      <p:sp>
        <p:nvSpPr>
          <p:cNvPr id="92" name="Text 33">
            <a:extLst xmlns:a="http://schemas.openxmlformats.org/drawingml/2006/main">
              <a:ext uri="{FF2B5EF4-FFF2-40B4-BE49-F238E27FC236}">
                <a16:creationId xmlns:a16="http://schemas.microsoft.com/office/drawing/2014/main" id="{6EB66EC1-1487-4381-99F9-C8F7B30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30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Show failure status</a:t>
            </a:r>
          </a:p>
        </p:txBody>
      </p:sp>
      <p:sp>
        <p:nvSpPr>
          <p:cNvPr id="93" name="Text 34">
            <a:extLst xmlns:a="http://schemas.openxmlformats.org/drawingml/2006/main">
              <a:ext uri="{FF2B5EF4-FFF2-40B4-BE49-F238E27FC236}">
                <a16:creationId xmlns:a16="http://schemas.microsoft.com/office/drawing/2014/main" id="{240D312B-46C7-4921-B32A-7B30BA8A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0575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94" name="Text 35">
            <a:extLst xmlns:a="http://schemas.openxmlformats.org/drawingml/2006/main">
              <a:ext uri="{FF2B5EF4-FFF2-40B4-BE49-F238E27FC236}">
                <a16:creationId xmlns:a16="http://schemas.microsoft.com/office/drawing/2014/main" id="{93A2AA1A-BADE-4CA0-A5C4-352671A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4861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20951"/>
                </a:solidFill>
                <a:latin typeface="Arial"/>
                <a:ea typeface="Arial"/>
                <a:cs typeface="Arial"/>
              </a:rPr>
              <a:t>Optional model API</a:t>
            </a:r>
          </a:p>
        </p:txBody>
      </p:sp>
      <p:sp>
        <p:nvSpPr>
          <p:cNvPr id="95" name="Text 36">
            <a:extLst xmlns:a="http://schemas.openxmlformats.org/drawingml/2006/main">
              <a:ext uri="{FF2B5EF4-FFF2-40B4-BE49-F238E27FC236}">
                <a16:creationId xmlns:a16="http://schemas.microsoft.com/office/drawing/2014/main" id="{BE19DB96-22FD-420A-B926-11B05341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829050"/>
            <a:ext cx="1847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Live quality evaluation</a:t>
            </a:r>
          </a:p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96" name="Model proposal label background">
            <a:extLst xmlns:a="http://schemas.openxmlformats.org/drawingml/2006/main">
              <a:ext uri="{FF2B5EF4-FFF2-40B4-BE49-F238E27FC236}">
                <a16:creationId xmlns:a16="http://schemas.microsoft.com/office/drawing/2014/main" id="{74F8FFD1-9D4C-4F86-A921-3B620FB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781675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ext 37">
            <a:extLst xmlns:a="http://schemas.openxmlformats.org/drawingml/2006/main">
              <a:ext uri="{FF2B5EF4-FFF2-40B4-BE49-F238E27FC236}">
                <a16:creationId xmlns:a16="http://schemas.microsoft.com/office/drawing/2014/main" id="{A5823597-19E6-41CB-B7B4-A62AF21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8007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Model proposal</a:t>
            </a:r>
          </a:p>
        </p:txBody>
      </p:sp>
      <p:sp>
        <p:nvSpPr>
          <p:cNvPr id="98" name="Text 38">
            <a:extLst xmlns:a="http://schemas.openxmlformats.org/drawingml/2006/main">
              <a:ext uri="{FF2B5EF4-FFF2-40B4-BE49-F238E27FC236}">
                <a16:creationId xmlns:a16="http://schemas.microsoft.com/office/drawing/2014/main" id="{9D5130C4-7CCB-409E-ADE0-8E85B55B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7515225"/>
            <a:ext cx="5705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95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20951"/>
                </a:solidFill>
                <a:latin typeface="Arial"/>
                <a:ea typeface="Arial"/>
                <a:cs typeface="Arial"/>
              </a:rPr>
              <a:t>Assessment returned to user</a:t>
            </a:r>
          </a:p>
        </p:txBody>
      </p:sp>
    </p:spTree>
    <p:extLst>
      <p:ext uri="{BB962C8B-B14F-4D97-AF65-F5344CB8AC3E}">
        <p14:creationId xmlns:p14="http://schemas.microsoft.com/office/powerpoint/2010/main" val="809144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2026-10-05T17:26:17.1370000Z</dcterms:created>
  <dcterms:modified xsi:type="dcterms:W3CDTF">2026-10-05T17:26:17.1380000Z</dcterms:modified>
</coreProperties>
</file>